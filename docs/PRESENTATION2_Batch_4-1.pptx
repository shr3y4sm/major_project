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theme/theme6.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Masters/notesMaster1.xml" ContentType="application/vnd.openxmlformats-officedocument.presentationml.notesMaster+xml"/>
  <Override PartName="/ppt/presProps.xml" ContentType="application/vnd.openxmlformats-officedocument.presentationml.presProps+xml"/>
  <Override PartName="/ppt/slides/slide8.xml" ContentType="application/vnd.openxmlformats-officedocument.presentationml.slide+xml"/>
  <Override PartName="/ppt/slides/slide24.xml" ContentType="application/vnd.openxmlformats-officedocument.presentationml.slide+xml"/>
  <Override PartName="/ppt/slides/slide10.xml" ContentType="application/vnd.openxmlformats-officedocument.presentationml.slide+xml"/>
  <Override PartName="/ppt/slides/slide6.xml" ContentType="application/vnd.openxmlformats-officedocument.presentationml.slide+xml"/>
  <Override PartName="/ppt/slides/slide23.xml" ContentType="application/vnd.openxmlformats-officedocument.presentationml.slide+xml"/>
  <Override PartName="/ppt/slides/slide22.xml" ContentType="application/vnd.openxmlformats-officedocument.presentationml.slide+xml"/>
  <Override PartName="/ppt/slides/slide5.xml" ContentType="application/vnd.openxmlformats-officedocument.presentationml.slide+xml"/>
  <Override PartName="/ppt/slides/slide11.xml" ContentType="application/vnd.openxmlformats-officedocument.presentationml.slide+xml"/>
  <Override PartName="/ppt/slides/slide19.xml" ContentType="application/vnd.openxmlformats-officedocument.presentationml.slide+xml"/>
  <Override PartName="/ppt/slides/slide12.xml" ContentType="application/vnd.openxmlformats-officedocument.presentationml.slide+xml"/>
  <Override PartName="/ppt/slides/slide27.xml" ContentType="application/vnd.openxmlformats-officedocument.presentationml.slide+xml"/>
  <Override PartName="/ppt/slides/slide26.xml" ContentType="application/vnd.openxmlformats-officedocument.presentationml.slide+xml"/>
  <Override PartName="/ppt/slides/slide14.xml" ContentType="application/vnd.openxmlformats-officedocument.presentationml.slide+xml"/>
  <Override PartName="/ppt/slides/slide25.xml" ContentType="application/vnd.openxmlformats-officedocument.presentationml.slide+xml"/>
  <Override PartName="/ppt/slides/slide21.xml" ContentType="application/vnd.openxmlformats-officedocument.presentationml.slide+xml"/>
  <Override PartName="/ppt/slides/slide15.xml" ContentType="application/vnd.openxmlformats-officedocument.presentationml.slide+xml"/>
  <Override PartName="/ppt/slides/slide3.xml" ContentType="application/vnd.openxmlformats-officedocument.presentationml.slide+xml"/>
  <Override PartName="/ppt/slides/slide20.xml" ContentType="application/vnd.openxmlformats-officedocument.presentationml.slide+xml"/>
  <Override PartName="/ppt/slides/slide18.xml" ContentType="application/vnd.openxmlformats-officedocument.presentationml.slide+xml"/>
  <Override PartName="/ppt/slides/slide1.xml" ContentType="application/vnd.openxmlformats-officedocument.presentationml.slide+xml"/>
  <Override PartName="/ppt/slides/slide16.xml" ContentType="application/vnd.openxmlformats-officedocument.presentationml.slide+xml"/>
  <Override PartName="/ppt/slides/slide7.xml" ContentType="application/vnd.openxmlformats-officedocument.presentationml.slide+xml"/>
  <Override PartName="/ppt/slides/slide2.xml" ContentType="application/vnd.openxmlformats-officedocument.presentationml.slide+xml"/>
  <Override PartName="/ppt/slides/slide17.xml" ContentType="application/vnd.openxmlformats-officedocument.presentationml.slide+xml"/>
  <Override PartName="/ppt/slides/slide13.xml" ContentType="application/vnd.openxmlformats-officedocument.presentationml.slide+xml"/>
  <Override PartName="/ppt/slides/slide9.xml" ContentType="application/vnd.openxmlformats-officedocument.presentationml.slide+xml"/>
  <Override PartName="/ppt/slides/slide4.xml" ContentType="application/vnd.openxmlformats-officedocument.presentationml.slide+xml"/>
  <Override PartName="/ppt/notesSlides/notesSlide12.xml" ContentType="application/vnd.openxmlformats-officedocument.presentationml.notesSlide+xml"/>
  <Override PartName="/ppt/notesSlides/notesSlide9.xml" ContentType="application/vnd.openxmlformats-officedocument.presentationml.notesSlide+xml"/>
  <Override PartName="/ppt/notesSlides/notesSlide5.xml" ContentType="application/vnd.openxmlformats-officedocument.presentationml.notesSlide+xml"/>
  <Override PartName="/ppt/notesSlides/notesSlide4.xml" ContentType="application/vnd.openxmlformats-officedocument.presentationml.notesSlide+xml"/>
  <Override PartName="/ppt/notesSlides/notesSlide11.xml" ContentType="application/vnd.openxmlformats-officedocument.presentationml.notesSlide+xml"/>
  <Override PartName="/ppt/notesSlides/notesSlide8.xml" ContentType="application/vnd.openxmlformats-officedocument.presentationml.notesSlide+xml"/>
  <Override PartName="/ppt/notesSlides/notesSlide3.xml" ContentType="application/vnd.openxmlformats-officedocument.presentationml.notesSlide+xml"/>
  <Override PartName="/ppt/notesSlides/notesSlide2.xml" ContentType="application/vnd.openxmlformats-officedocument.presentationml.notesSlide+xml"/>
  <Override PartName="/ppt/notesSlides/notesSlide13.xml" ContentType="application/vnd.openxmlformats-officedocument.presentationml.notesSlide+xml"/>
  <Override PartName="/ppt/notesSlides/notesSlide1.xml" ContentType="application/vnd.openxmlformats-officedocument.presentationml.notesSlide+xml"/>
  <Override PartName="/ppt/notesSlides/notesSlide27.xml" ContentType="application/vnd.openxmlformats-officedocument.presentationml.notesSlide+xml"/>
  <Override PartName="/ppt/notesSlides/notesSlide25.xml" ContentType="application/vnd.openxmlformats-officedocument.presentationml.notesSlide+xml"/>
  <Override PartName="/ppt/notesSlides/notesSlide24.xml" ContentType="application/vnd.openxmlformats-officedocument.presentationml.notesSlide+xml"/>
  <Override PartName="/ppt/notesSlides/notesSlide7.xml" ContentType="application/vnd.openxmlformats-officedocument.presentationml.notesSlide+xml"/>
  <Override PartName="/ppt/notesSlides/notesSlide21.xml" ContentType="application/vnd.openxmlformats-officedocument.presentationml.notesSlide+xml"/>
  <Override PartName="/ppt/notesSlides/notesSlide26.xml" ContentType="application/vnd.openxmlformats-officedocument.presentationml.notesSlide+xml"/>
  <Override PartName="/ppt/notesSlides/notesSlide23.xml" ContentType="application/vnd.openxmlformats-officedocument.presentationml.notesSlide+xml"/>
  <Override PartName="/ppt/notesSlides/notesSlide16.xml" ContentType="application/vnd.openxmlformats-officedocument.presentationml.notesSlide+xml"/>
  <Override PartName="/ppt/notesSlides/notesSlide10.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18.xml" ContentType="application/vnd.openxmlformats-officedocument.presentationml.notesSlide+xml"/>
  <Override PartName="/ppt/notesSlides/notesSlide17.xml" ContentType="application/vnd.openxmlformats-officedocument.presentationml.notesSlide+xml"/>
  <Override PartName="/ppt/notesSlides/notesSlide6.xml" ContentType="application/vnd.openxmlformats-officedocument.presentationml.notesSlide+xml"/>
  <Override PartName="/ppt/notesSlides/notesSlide22.xml" ContentType="application/vnd.openxmlformats-officedocument.presentationml.notesSlide+xml"/>
  <Override PartName="/ppt/notesSlides/notesSlide15.xml" ContentType="application/vnd.openxmlformats-officedocument.presentationml.notesSlide+xml"/>
  <Override PartName="/ppt/notesSlides/notesSlide14.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Lst>
  <p:sldSz cx="12192000" cy="6858000"/>
  <p:notesSz cx="12192000" cy="6858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6.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 name="PlaceHolder 1"/>
          <p:cNvSpPr>
            <a:spLocks noGrp="1"/>
          </p:cNvSpPr>
          <p:nvPr>
            <p:ph type="sldImg"/>
          </p:nvPr>
        </p:nvSpPr>
        <p:spPr>
          <a:xfrm>
            <a:off x="0" y="812520"/>
            <a:ext cx="0" cy="0"/>
          </a:xfrm>
          <a:prstGeom prst="rect">
            <a:avLst/>
          </a:prstGeom>
          <a:noFill/>
          <a:ln w="0">
            <a:noFill/>
          </a:ln>
        </p:spPr>
        <p:txBody>
          <a:bodyPr lIns="0" tIns="0" rIns="0" bIns="0" anchor="ctr">
            <a:noAutofit/>
          </a:bodyPr>
          <a:p>
            <a:r>
              <a:rPr lang="en-IN" sz="3600" b="0" u="none" strike="noStrike">
                <a:solidFill>
                  <a:srgbClr val="000000"/>
                </a:solidFill>
                <a:effectLst/>
                <a:uFillTx/>
                <a:latin typeface="Calibri"/>
              </a:rPr>
              <a:t>Click to move the slide</a:t>
            </a:r>
            <a:endParaRPr lang="en-IN" sz="3600" b="0" u="none" strike="noStrike">
              <a:solidFill>
                <a:srgbClr val="000000"/>
              </a:solidFill>
              <a:effectLst/>
              <a:uFillTx/>
              <a:latin typeface="Calibri"/>
            </a:endParaRPr>
          </a:p>
        </p:txBody>
      </p:sp>
      <p:sp>
        <p:nvSpPr>
          <p:cNvPr id="30"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p>
            <a:pPr indent="0" algn="l">
              <a:buNone/>
            </a:pPr>
            <a:r>
              <a:rPr lang="en-IN" sz="2000" b="0" u="none" strike="noStrike">
                <a:solidFill>
                  <a:srgbClr val="000000"/>
                </a:solidFill>
                <a:effectLst/>
                <a:uFillTx/>
                <a:latin typeface="Arial"/>
              </a:rPr>
              <a:t>Click to edit the notes format</a:t>
            </a:r>
            <a:endParaRPr lang="en-IN" sz="2000" b="0" u="none" strike="noStrike">
              <a:solidFill>
                <a:srgbClr val="000000"/>
              </a:solidFill>
              <a:effectLst/>
              <a:uFillTx/>
              <a:latin typeface="Arial"/>
            </a:endParaRPr>
          </a:p>
        </p:txBody>
      </p:sp>
      <p:sp>
        <p:nvSpPr>
          <p:cNvPr id="31" name="PlaceHolder 3"/>
          <p:cNvSpPr>
            <a:spLocks noGrp="1"/>
          </p:cNvSpPr>
          <p:nvPr>
            <p:ph type="hdr"/>
          </p:nvPr>
        </p:nvSpPr>
        <p:spPr>
          <a:xfrm>
            <a:off x="0" y="0"/>
            <a:ext cx="3280680" cy="534240"/>
          </a:xfrm>
          <a:prstGeom prst="rect">
            <a:avLst/>
          </a:prstGeom>
          <a:noFill/>
          <a:ln w="0">
            <a:noFill/>
          </a:ln>
        </p:spPr>
        <p:txBody>
          <a:bodyPr lIns="0" tIns="0" rIns="0" bIns="0" anchor="t">
            <a:noAutofit/>
          </a:bodyPr>
          <a:p>
            <a:pPr indent="0" algn="l">
              <a:buNone/>
            </a:pPr>
            <a:r>
              <a:rPr lang="en-IN" sz="1400" b="0" u="none" strike="noStrike">
                <a:solidFill>
                  <a:srgbClr val="000000"/>
                </a:solidFill>
                <a:effectLst/>
                <a:uFillTx/>
                <a:latin typeface="Times New Roman"/>
              </a:rPr>
              <a:t>&lt;header&gt;</a:t>
            </a:r>
            <a:endParaRPr lang="en-IN" sz="1400" b="0" u="none" strike="noStrike">
              <a:solidFill>
                <a:srgbClr val="000000"/>
              </a:solidFill>
              <a:effectLst/>
              <a:uFillTx/>
              <a:latin typeface="Times New Roman"/>
            </a:endParaRPr>
          </a:p>
        </p:txBody>
      </p:sp>
      <p:sp>
        <p:nvSpPr>
          <p:cNvPr id="32" name="PlaceHolder 4"/>
          <p:cNvSpPr>
            <a:spLocks noGrp="1"/>
          </p:cNvSpPr>
          <p:nvPr>
            <p:ph type="dt" idx="16"/>
          </p:nvPr>
        </p:nvSpPr>
        <p:spPr>
          <a:xfrm>
            <a:off x="4278960" y="0"/>
            <a:ext cx="3280680" cy="534240"/>
          </a:xfrm>
          <a:prstGeom prst="rect">
            <a:avLst/>
          </a:prstGeom>
          <a:noFill/>
          <a:ln w="0">
            <a:noFill/>
          </a:ln>
        </p:spPr>
        <p:txBody>
          <a:bodyPr lIns="0" tIns="0" rIns="0" bIns="0" anchor="t">
            <a:noAutofit/>
          </a:bodyPr>
          <a:lstStyle>
            <a:lvl1pPr indent="0" algn="r">
              <a:buNone/>
              <a:defRPr lang="en-IN" sz="1400" b="0" u="none" strike="noStrike">
                <a:solidFill>
                  <a:srgbClr val="000000"/>
                </a:solidFill>
                <a:effectLst/>
                <a:uFillTx/>
                <a:latin typeface="Times New Roman"/>
              </a:defRPr>
            </a:lvl1pPr>
          </a:lstStyle>
          <a:p>
            <a:pPr indent="0" algn="r">
              <a:buNone/>
            </a:pPr>
            <a:r>
              <a:rPr lang="en-IN" sz="1400" b="0" u="none" strike="noStrike">
                <a:solidFill>
                  <a:srgbClr val="000000"/>
                </a:solidFill>
                <a:effectLst/>
                <a:uFillTx/>
                <a:latin typeface="Times New Roman"/>
              </a:rPr>
              <a:t>&lt;date/time&gt;</a:t>
            </a:r>
            <a:endParaRPr lang="en-IN" sz="1400" b="0" u="none" strike="noStrike">
              <a:solidFill>
                <a:srgbClr val="000000"/>
              </a:solidFill>
              <a:effectLst/>
              <a:uFillTx/>
              <a:latin typeface="Times New Roman"/>
            </a:endParaRPr>
          </a:p>
        </p:txBody>
      </p:sp>
      <p:sp>
        <p:nvSpPr>
          <p:cNvPr id="33" name="PlaceHolder 5"/>
          <p:cNvSpPr>
            <a:spLocks noGrp="1"/>
          </p:cNvSpPr>
          <p:nvPr>
            <p:ph type="ftr" idx="17"/>
          </p:nvPr>
        </p:nvSpPr>
        <p:spPr>
          <a:xfrm>
            <a:off x="0" y="10157400"/>
            <a:ext cx="3280680" cy="534240"/>
          </a:xfrm>
          <a:prstGeom prst="rect">
            <a:avLst/>
          </a:prstGeom>
          <a:noFill/>
          <a:ln w="0">
            <a:noFill/>
          </a:ln>
        </p:spPr>
        <p:txBody>
          <a:bodyPr lIns="0" tIns="0" rIns="0" bIns="0" anchor="b">
            <a:noAutofit/>
          </a:bodyPr>
          <a:lstStyle>
            <a:lvl1pPr indent="0" algn="l">
              <a:buNone/>
              <a:defRPr lang="en-IN" sz="1400" b="0" u="none" strike="noStrike">
                <a:solidFill>
                  <a:srgbClr val="000000"/>
                </a:solidFill>
                <a:effectLst/>
                <a:uFillTx/>
                <a:latin typeface="Times New Roman"/>
              </a:defRPr>
            </a:lvl1pPr>
          </a:lstStyle>
          <a:p>
            <a:pPr indent="0" algn="l">
              <a:buNone/>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34" name="PlaceHolder 6"/>
          <p:cNvSpPr>
            <a:spLocks noGrp="1"/>
          </p:cNvSpPr>
          <p:nvPr>
            <p:ph type="sldNum" idx="18"/>
          </p:nvPr>
        </p:nvSpPr>
        <p:spPr>
          <a:xfrm>
            <a:off x="4278960" y="10157400"/>
            <a:ext cx="3280680" cy="534240"/>
          </a:xfrm>
          <a:prstGeom prst="rect">
            <a:avLst/>
          </a:prstGeom>
          <a:noFill/>
          <a:ln w="0">
            <a:noFill/>
          </a:ln>
        </p:spPr>
        <p:txBody>
          <a:bodyPr lIns="0" tIns="0" rIns="0" bIns="0" anchor="b">
            <a:noAutofit/>
          </a:bodyPr>
          <a:lstStyle>
            <a:lvl1pPr indent="0" algn="r">
              <a:buNone/>
              <a:defRPr lang="en-IN" sz="1400" b="0" u="none" strike="noStrike">
                <a:solidFill>
                  <a:srgbClr val="000000"/>
                </a:solidFill>
                <a:effectLst/>
                <a:uFillTx/>
                <a:latin typeface="Times New Roman"/>
              </a:defRPr>
            </a:lvl1pPr>
          </a:lstStyle>
          <a:p>
            <a:pPr indent="0" algn="r">
              <a:buNone/>
            </a:pPr>
            <a:fld id="{A3D456CC-E4F4-401C-A431-B9BD0044D6DC}" type="slidenum">
              <a:rPr lang="en-IN" sz="1400" b="0" u="none" strike="noStrike">
                <a:solidFill>
                  <a:srgbClr val="000000"/>
                </a:solidFill>
                <a:effectLst/>
                <a:uFillTx/>
                <a:latin typeface="Times New Roman"/>
              </a:rPr>
              <a:t>&lt;number&gt;</a:t>
            </a:fld>
            <a:endParaRPr lang="en-IN"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
</Relationships>
</file>

<file path=ppt/notesSlides/_rels/notesSlide22.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
</Relationships>
</file>

<file path=ppt/notesSlides/_rels/notesSlide23.xml.rels><?xml version="1.0" encoding="UTF-8"?>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
</Relationships>
</file>

<file path=ppt/notesSlides/_rels/notesSlide24.xml.rels><?xml version="1.0" encoding="UTF-8"?>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
</Relationships>
</file>

<file path=ppt/notesSlides/_rels/notesSlide25.xml.rels><?xml version="1.0" encoding="UTF-8"?>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
</Relationships>
</file>

<file path=ppt/notesSlides/_rels/notesSlide26.xml.rels><?xml version="1.0" encoding="UTF-8"?>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
</Relationships>
</file>

<file path=ppt/notesSlides/_rels/notesSlide27.xml.rels><?xml version="1.0" encoding="UTF-8"?>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6" name="PlaceHolder 1"/>
          <p:cNvSpPr>
            <a:spLocks noGrp="1"/>
          </p:cNvSpPr>
          <p:nvPr>
            <p:ph type="sldImg"/>
          </p:nvPr>
        </p:nvSpPr>
        <p:spPr>
          <a:xfrm>
            <a:off x="4038480" y="857160"/>
            <a:ext cx="4114080" cy="2313720"/>
          </a:xfrm>
          <a:prstGeom prst="rect">
            <a:avLst/>
          </a:prstGeom>
          <a:ln w="0">
            <a:noFill/>
          </a:ln>
        </p:spPr>
      </p:sp>
      <p:sp>
        <p:nvSpPr>
          <p:cNvPr id="227" name="PlaceHolder 2"/>
          <p:cNvSpPr>
            <a:spLocks noGrp="1"/>
          </p:cNvSpPr>
          <p:nvPr>
            <p:ph type="body"/>
          </p:nvPr>
        </p:nvSpPr>
        <p:spPr>
          <a:xfrm>
            <a:off x="1219320" y="3300480"/>
            <a:ext cx="9752760" cy="2699640"/>
          </a:xfrm>
          <a:prstGeom prst="rect">
            <a:avLst/>
          </a:prstGeom>
          <a:noFill/>
          <a:ln w="0">
            <a:noFill/>
          </a:ln>
        </p:spPr>
        <p:txBody>
          <a:bodyPr lIns="91440" tIns="45720" rIns="91440" bIns="45720" anchor="t">
            <a:noAutofit/>
          </a:bodyPr>
          <a:p>
            <a:pPr indent="0" algn="l">
              <a:buNone/>
            </a:pPr>
            <a:endParaRPr lang="en-IN" sz="1800" b="0" u="none" strike="noStrike">
              <a:solidFill>
                <a:srgbClr val="000000"/>
              </a:solidFill>
              <a:effectLst/>
              <a:uFillTx/>
              <a:latin typeface="Arial"/>
            </a:endParaRPr>
          </a:p>
        </p:txBody>
      </p:sp>
      <p:sp>
        <p:nvSpPr>
          <p:cNvPr id="228" name="PlaceHolder 3"/>
          <p:cNvSpPr>
            <a:spLocks noGrp="1"/>
          </p:cNvSpPr>
          <p:nvPr>
            <p:ph type="sldNum" idx="26"/>
          </p:nvPr>
        </p:nvSpPr>
        <p:spPr>
          <a:xfrm>
            <a:off x="6905520" y="6513480"/>
            <a:ext cx="5282640" cy="343800"/>
          </a:xfrm>
          <a:prstGeom prst="rect">
            <a:avLst/>
          </a:prstGeom>
          <a:noFill/>
          <a:ln w="0">
            <a:noFill/>
          </a:ln>
        </p:spPr>
        <p:txBody>
          <a:bodyPr lIns="91440" tIns="45720" rIns="91440" bIns="45720" anchor="b">
            <a:noAutofit/>
          </a:bodyPr>
          <a:lstStyle>
            <a:lvl1pPr indent="0" algn="r">
              <a:lnSpc>
                <a:spcPct val="100000"/>
              </a:lnSpc>
              <a:buNone/>
              <a:tabLst>
                <a:tab pos="0" algn="l"/>
              </a:tabLst>
              <a:defRPr lang="en-IN" sz="1200" b="0" u="none" strike="noStrike">
                <a:solidFill>
                  <a:srgbClr val="000000"/>
                </a:solidFill>
                <a:effectLst/>
                <a:uFillTx/>
                <a:latin typeface="Times New Roman"/>
              </a:defRPr>
            </a:lvl1pPr>
          </a:lstStyle>
          <a:p>
            <a:pPr indent="0" algn="r">
              <a:lnSpc>
                <a:spcPct val="100000"/>
              </a:lnSpc>
              <a:buNone/>
              <a:tabLst>
                <a:tab pos="0" algn="l"/>
              </a:tabLst>
            </a:pPr>
            <a:fld id="{7A9C3109-BF2E-48A4-9D3F-EEC8CDAC6018}" type="slidenum">
              <a:rPr lang="en-IN" sz="1200" b="0" u="none" strike="noStrike">
                <a:solidFill>
                  <a:srgbClr val="000000"/>
                </a:solidFill>
                <a:effectLst/>
                <a:uFillTx/>
                <a:latin typeface="Times New Roman"/>
              </a:rPr>
              <a:t>&lt;number&gt;</a:t>
            </a:fld>
            <a:endParaRPr lang="en-IN" sz="1200" b="0" u="none" strike="noStrike">
              <a:solidFill>
                <a:srgbClr val="000000"/>
              </a:solidFill>
              <a:effectLst/>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9" name="PlaceHolder 1"/>
          <p:cNvSpPr>
            <a:spLocks noGrp="1"/>
          </p:cNvSpPr>
          <p:nvPr>
            <p:ph type="sldImg"/>
          </p:nvPr>
        </p:nvSpPr>
        <p:spPr>
          <a:xfrm>
            <a:off x="4038480" y="857160"/>
            <a:ext cx="4114080" cy="2313720"/>
          </a:xfrm>
          <a:prstGeom prst="rect">
            <a:avLst/>
          </a:prstGeom>
          <a:ln w="0">
            <a:noFill/>
          </a:ln>
        </p:spPr>
      </p:sp>
      <p:sp>
        <p:nvSpPr>
          <p:cNvPr id="230" name="PlaceHolder 2"/>
          <p:cNvSpPr>
            <a:spLocks noGrp="1"/>
          </p:cNvSpPr>
          <p:nvPr>
            <p:ph type="body"/>
          </p:nvPr>
        </p:nvSpPr>
        <p:spPr>
          <a:xfrm>
            <a:off x="1219320" y="3300480"/>
            <a:ext cx="9752760" cy="2699640"/>
          </a:xfrm>
          <a:prstGeom prst="rect">
            <a:avLst/>
          </a:prstGeom>
          <a:noFill/>
          <a:ln w="0">
            <a:noFill/>
          </a:ln>
        </p:spPr>
        <p:txBody>
          <a:bodyPr lIns="91440" tIns="45720" rIns="91440" bIns="45720" anchor="t">
            <a:noAutofit/>
          </a:bodyPr>
          <a:p>
            <a:pPr indent="0" algn="l">
              <a:buNone/>
            </a:pPr>
            <a:endParaRPr lang="en-IN" sz="1800" b="0" u="none" strike="noStrike">
              <a:solidFill>
                <a:srgbClr val="000000"/>
              </a:solidFill>
              <a:effectLst/>
              <a:uFillTx/>
              <a:latin typeface="Arial"/>
            </a:endParaRPr>
          </a:p>
        </p:txBody>
      </p:sp>
      <p:sp>
        <p:nvSpPr>
          <p:cNvPr id="231" name="PlaceHolder 3"/>
          <p:cNvSpPr>
            <a:spLocks noGrp="1"/>
          </p:cNvSpPr>
          <p:nvPr>
            <p:ph type="sldNum" idx="27"/>
          </p:nvPr>
        </p:nvSpPr>
        <p:spPr>
          <a:xfrm>
            <a:off x="6905520" y="6513480"/>
            <a:ext cx="5282640" cy="343800"/>
          </a:xfrm>
          <a:prstGeom prst="rect">
            <a:avLst/>
          </a:prstGeom>
          <a:noFill/>
          <a:ln w="0">
            <a:noFill/>
          </a:ln>
        </p:spPr>
        <p:txBody>
          <a:bodyPr lIns="91440" tIns="45720" rIns="91440" bIns="45720" anchor="b">
            <a:noAutofit/>
          </a:bodyPr>
          <a:lstStyle>
            <a:lvl1pPr indent="0" algn="r">
              <a:lnSpc>
                <a:spcPct val="100000"/>
              </a:lnSpc>
              <a:buNone/>
              <a:tabLst>
                <a:tab pos="0" algn="l"/>
              </a:tabLst>
              <a:defRPr lang="en-IN" sz="1200" b="0" u="none" strike="noStrike">
                <a:solidFill>
                  <a:srgbClr val="000000"/>
                </a:solidFill>
                <a:effectLst/>
                <a:uFillTx/>
                <a:latin typeface="Times New Roman"/>
              </a:defRPr>
            </a:lvl1pPr>
          </a:lstStyle>
          <a:p>
            <a:pPr indent="0" algn="r">
              <a:lnSpc>
                <a:spcPct val="100000"/>
              </a:lnSpc>
              <a:buNone/>
              <a:tabLst>
                <a:tab pos="0" algn="l"/>
              </a:tabLst>
            </a:pPr>
            <a:fld id="{8A99EF63-8699-4DDC-84DC-EF79004CD208}" type="slidenum">
              <a:rPr lang="en-IN" sz="1200" b="0" u="none" strike="noStrike">
                <a:solidFill>
                  <a:srgbClr val="000000"/>
                </a:solidFill>
                <a:effectLst/>
                <a:uFillTx/>
                <a:latin typeface="Times New Roman"/>
              </a:rPr>
              <a:t>&lt;number&gt;</a:t>
            </a:fld>
            <a:endParaRPr lang="en-IN" sz="1200" b="0" u="none" strike="noStrik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2" name="PlaceHolder 1"/>
          <p:cNvSpPr>
            <a:spLocks noGrp="1"/>
          </p:cNvSpPr>
          <p:nvPr>
            <p:ph type="sldImg"/>
          </p:nvPr>
        </p:nvSpPr>
        <p:spPr>
          <a:xfrm>
            <a:off x="4038480" y="857160"/>
            <a:ext cx="4114080" cy="2313720"/>
          </a:xfrm>
          <a:prstGeom prst="rect">
            <a:avLst/>
          </a:prstGeom>
          <a:ln w="0">
            <a:noFill/>
          </a:ln>
        </p:spPr>
      </p:sp>
      <p:sp>
        <p:nvSpPr>
          <p:cNvPr id="233" name="PlaceHolder 2"/>
          <p:cNvSpPr>
            <a:spLocks noGrp="1"/>
          </p:cNvSpPr>
          <p:nvPr>
            <p:ph type="body"/>
          </p:nvPr>
        </p:nvSpPr>
        <p:spPr>
          <a:xfrm>
            <a:off x="1219320" y="3300480"/>
            <a:ext cx="9752760" cy="2699640"/>
          </a:xfrm>
          <a:prstGeom prst="rect">
            <a:avLst/>
          </a:prstGeom>
          <a:noFill/>
          <a:ln w="0">
            <a:noFill/>
          </a:ln>
        </p:spPr>
        <p:txBody>
          <a:bodyPr lIns="91440" tIns="45720" rIns="91440" bIns="45720" anchor="t">
            <a:noAutofit/>
          </a:bodyPr>
          <a:p>
            <a:pPr indent="0" algn="l">
              <a:buNone/>
            </a:pPr>
            <a:endParaRPr lang="en-IN" sz="1800" b="0" u="none" strike="noStrike">
              <a:solidFill>
                <a:srgbClr val="000000"/>
              </a:solidFill>
              <a:effectLst/>
              <a:uFillTx/>
              <a:latin typeface="Arial"/>
            </a:endParaRPr>
          </a:p>
        </p:txBody>
      </p:sp>
      <p:sp>
        <p:nvSpPr>
          <p:cNvPr id="234" name="PlaceHolder 3"/>
          <p:cNvSpPr>
            <a:spLocks noGrp="1"/>
          </p:cNvSpPr>
          <p:nvPr>
            <p:ph type="sldNum" idx="28"/>
          </p:nvPr>
        </p:nvSpPr>
        <p:spPr>
          <a:xfrm>
            <a:off x="6905520" y="6513480"/>
            <a:ext cx="5282640" cy="343800"/>
          </a:xfrm>
          <a:prstGeom prst="rect">
            <a:avLst/>
          </a:prstGeom>
          <a:noFill/>
          <a:ln w="0">
            <a:noFill/>
          </a:ln>
        </p:spPr>
        <p:txBody>
          <a:bodyPr lIns="91440" tIns="45720" rIns="91440" bIns="45720" anchor="b">
            <a:noAutofit/>
          </a:bodyPr>
          <a:lstStyle>
            <a:lvl1pPr indent="0" algn="r">
              <a:lnSpc>
                <a:spcPct val="100000"/>
              </a:lnSpc>
              <a:buNone/>
              <a:tabLst>
                <a:tab pos="0" algn="l"/>
              </a:tabLst>
              <a:defRPr lang="en-IN" sz="1200" b="0" u="none" strike="noStrike">
                <a:solidFill>
                  <a:srgbClr val="000000"/>
                </a:solidFill>
                <a:effectLst/>
                <a:uFillTx/>
                <a:latin typeface="Times New Roman"/>
              </a:defRPr>
            </a:lvl1pPr>
          </a:lstStyle>
          <a:p>
            <a:pPr indent="0" algn="r">
              <a:lnSpc>
                <a:spcPct val="100000"/>
              </a:lnSpc>
              <a:buNone/>
              <a:tabLst>
                <a:tab pos="0" algn="l"/>
              </a:tabLst>
            </a:pPr>
            <a:fld id="{008EE861-C7E4-470D-8BF8-935CACA6A80F}" type="slidenum">
              <a:rPr lang="en-IN" sz="1200" b="0" u="none" strike="noStrike">
                <a:solidFill>
                  <a:srgbClr val="000000"/>
                </a:solidFill>
                <a:effectLst/>
                <a:uFillTx/>
                <a:latin typeface="Times New Roman"/>
              </a:rPr>
              <a:t>&lt;number&gt;</a:t>
            </a:fld>
            <a:endParaRPr lang="en-IN" sz="1200" b="0" u="none" strike="noStrik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5" name="PlaceHolder 1"/>
          <p:cNvSpPr>
            <a:spLocks noGrp="1"/>
          </p:cNvSpPr>
          <p:nvPr>
            <p:ph type="sldImg"/>
          </p:nvPr>
        </p:nvSpPr>
        <p:spPr>
          <a:xfrm>
            <a:off x="4038480" y="857160"/>
            <a:ext cx="4114080" cy="2313720"/>
          </a:xfrm>
          <a:prstGeom prst="rect">
            <a:avLst/>
          </a:prstGeom>
          <a:ln w="0">
            <a:noFill/>
          </a:ln>
        </p:spPr>
      </p:sp>
      <p:sp>
        <p:nvSpPr>
          <p:cNvPr id="236" name="PlaceHolder 2"/>
          <p:cNvSpPr>
            <a:spLocks noGrp="1"/>
          </p:cNvSpPr>
          <p:nvPr>
            <p:ph type="body"/>
          </p:nvPr>
        </p:nvSpPr>
        <p:spPr>
          <a:xfrm>
            <a:off x="1219320" y="3300480"/>
            <a:ext cx="9752760" cy="2699640"/>
          </a:xfrm>
          <a:prstGeom prst="rect">
            <a:avLst/>
          </a:prstGeom>
          <a:noFill/>
          <a:ln w="0">
            <a:noFill/>
          </a:ln>
        </p:spPr>
        <p:txBody>
          <a:bodyPr lIns="91440" tIns="45720" rIns="91440" bIns="45720" anchor="t">
            <a:noAutofit/>
          </a:bodyPr>
          <a:p>
            <a:pPr indent="0" algn="l">
              <a:buNone/>
            </a:pPr>
            <a:endParaRPr lang="en-IN" sz="1800" b="0" u="none" strike="noStrike">
              <a:solidFill>
                <a:srgbClr val="000000"/>
              </a:solidFill>
              <a:effectLst/>
              <a:uFillTx/>
              <a:latin typeface="Arial"/>
            </a:endParaRPr>
          </a:p>
        </p:txBody>
      </p:sp>
      <p:sp>
        <p:nvSpPr>
          <p:cNvPr id="237" name="PlaceHolder 3"/>
          <p:cNvSpPr>
            <a:spLocks noGrp="1"/>
          </p:cNvSpPr>
          <p:nvPr>
            <p:ph type="sldNum" idx="29"/>
          </p:nvPr>
        </p:nvSpPr>
        <p:spPr>
          <a:xfrm>
            <a:off x="6905520" y="6513480"/>
            <a:ext cx="5282640" cy="343800"/>
          </a:xfrm>
          <a:prstGeom prst="rect">
            <a:avLst/>
          </a:prstGeom>
          <a:noFill/>
          <a:ln w="0">
            <a:noFill/>
          </a:ln>
        </p:spPr>
        <p:txBody>
          <a:bodyPr lIns="91440" tIns="45720" rIns="91440" bIns="45720" anchor="b">
            <a:noAutofit/>
          </a:bodyPr>
          <a:lstStyle>
            <a:lvl1pPr indent="0" algn="r">
              <a:lnSpc>
                <a:spcPct val="100000"/>
              </a:lnSpc>
              <a:buNone/>
              <a:tabLst>
                <a:tab pos="0" algn="l"/>
              </a:tabLst>
              <a:defRPr lang="en-IN" sz="1200" b="0" u="none" strike="noStrike">
                <a:solidFill>
                  <a:srgbClr val="000000"/>
                </a:solidFill>
                <a:effectLst/>
                <a:uFillTx/>
                <a:latin typeface="Times New Roman"/>
              </a:defRPr>
            </a:lvl1pPr>
          </a:lstStyle>
          <a:p>
            <a:pPr indent="0" algn="r">
              <a:lnSpc>
                <a:spcPct val="100000"/>
              </a:lnSpc>
              <a:buNone/>
              <a:tabLst>
                <a:tab pos="0" algn="l"/>
              </a:tabLst>
            </a:pPr>
            <a:fld id="{BB68C484-3F96-40AE-BDF2-B7E4C9651B7A}" type="slidenum">
              <a:rPr lang="en-IN" sz="1200" b="0" u="none" strike="noStrike">
                <a:solidFill>
                  <a:srgbClr val="000000"/>
                </a:solidFill>
                <a:effectLst/>
                <a:uFillTx/>
                <a:latin typeface="Times New Roman"/>
              </a:rPr>
              <a:t>&lt;number&gt;</a:t>
            </a:fld>
            <a:endParaRPr lang="en-IN" sz="1200" b="0" u="none" strike="noStrik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8" name="PlaceHolder 1"/>
          <p:cNvSpPr>
            <a:spLocks noGrp="1"/>
          </p:cNvSpPr>
          <p:nvPr>
            <p:ph type="sldImg"/>
          </p:nvPr>
        </p:nvSpPr>
        <p:spPr>
          <a:xfrm>
            <a:off x="4038480" y="857160"/>
            <a:ext cx="4114080" cy="2313720"/>
          </a:xfrm>
          <a:prstGeom prst="rect">
            <a:avLst/>
          </a:prstGeom>
          <a:ln w="0">
            <a:noFill/>
          </a:ln>
        </p:spPr>
      </p:sp>
      <p:sp>
        <p:nvSpPr>
          <p:cNvPr id="239" name="PlaceHolder 2"/>
          <p:cNvSpPr>
            <a:spLocks noGrp="1"/>
          </p:cNvSpPr>
          <p:nvPr>
            <p:ph type="body"/>
          </p:nvPr>
        </p:nvSpPr>
        <p:spPr>
          <a:xfrm>
            <a:off x="1219320" y="3300480"/>
            <a:ext cx="9752760" cy="2699640"/>
          </a:xfrm>
          <a:prstGeom prst="rect">
            <a:avLst/>
          </a:prstGeom>
          <a:noFill/>
          <a:ln w="0">
            <a:noFill/>
          </a:ln>
        </p:spPr>
        <p:txBody>
          <a:bodyPr lIns="91440" tIns="45720" rIns="91440" bIns="45720" anchor="t">
            <a:noAutofit/>
          </a:bodyPr>
          <a:p>
            <a:pPr indent="0" algn="l">
              <a:buNone/>
            </a:pPr>
            <a:endParaRPr lang="en-IN" sz="1800" b="0" u="none" strike="noStrike">
              <a:solidFill>
                <a:srgbClr val="000000"/>
              </a:solidFill>
              <a:effectLst/>
              <a:uFillTx/>
              <a:latin typeface="Arial"/>
            </a:endParaRPr>
          </a:p>
        </p:txBody>
      </p:sp>
      <p:sp>
        <p:nvSpPr>
          <p:cNvPr id="240" name="PlaceHolder 3"/>
          <p:cNvSpPr>
            <a:spLocks noGrp="1"/>
          </p:cNvSpPr>
          <p:nvPr>
            <p:ph type="sldNum" idx="30"/>
          </p:nvPr>
        </p:nvSpPr>
        <p:spPr>
          <a:xfrm>
            <a:off x="6905520" y="6513480"/>
            <a:ext cx="5282640" cy="343800"/>
          </a:xfrm>
          <a:prstGeom prst="rect">
            <a:avLst/>
          </a:prstGeom>
          <a:noFill/>
          <a:ln w="0">
            <a:noFill/>
          </a:ln>
        </p:spPr>
        <p:txBody>
          <a:bodyPr lIns="91440" tIns="45720" rIns="91440" bIns="45720" anchor="b">
            <a:noAutofit/>
          </a:bodyPr>
          <a:lstStyle>
            <a:lvl1pPr indent="0" algn="r">
              <a:lnSpc>
                <a:spcPct val="100000"/>
              </a:lnSpc>
              <a:buNone/>
              <a:tabLst>
                <a:tab pos="0" algn="l"/>
              </a:tabLst>
              <a:defRPr lang="en-IN" sz="1200" b="0" u="none" strike="noStrike">
                <a:solidFill>
                  <a:srgbClr val="000000"/>
                </a:solidFill>
                <a:effectLst/>
                <a:uFillTx/>
                <a:latin typeface="Times New Roman"/>
              </a:defRPr>
            </a:lvl1pPr>
          </a:lstStyle>
          <a:p>
            <a:pPr indent="0" algn="r">
              <a:lnSpc>
                <a:spcPct val="100000"/>
              </a:lnSpc>
              <a:buNone/>
              <a:tabLst>
                <a:tab pos="0" algn="l"/>
              </a:tabLst>
            </a:pPr>
            <a:fld id="{38C2787E-C2A5-4F37-A3E5-96D30E3406F0}" type="slidenum">
              <a:rPr lang="en-IN" sz="1200" b="0" u="none" strike="noStrike">
                <a:solidFill>
                  <a:srgbClr val="000000"/>
                </a:solidFill>
                <a:effectLst/>
                <a:uFillTx/>
                <a:latin typeface="Times New Roman"/>
              </a:rPr>
              <a:t>&lt;number&gt;</a:t>
            </a:fld>
            <a:endParaRPr lang="en-IN" sz="1200" b="0" u="none" strike="noStrik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1" name="PlaceHolder 1"/>
          <p:cNvSpPr>
            <a:spLocks noGrp="1"/>
          </p:cNvSpPr>
          <p:nvPr>
            <p:ph type="sldImg"/>
          </p:nvPr>
        </p:nvSpPr>
        <p:spPr>
          <a:xfrm>
            <a:off x="4038480" y="857160"/>
            <a:ext cx="4114080" cy="2313720"/>
          </a:xfrm>
          <a:prstGeom prst="rect">
            <a:avLst/>
          </a:prstGeom>
          <a:ln w="0">
            <a:noFill/>
          </a:ln>
        </p:spPr>
      </p:sp>
      <p:sp>
        <p:nvSpPr>
          <p:cNvPr id="242" name="PlaceHolder 2"/>
          <p:cNvSpPr>
            <a:spLocks noGrp="1"/>
          </p:cNvSpPr>
          <p:nvPr>
            <p:ph type="body"/>
          </p:nvPr>
        </p:nvSpPr>
        <p:spPr>
          <a:xfrm>
            <a:off x="1219320" y="3300480"/>
            <a:ext cx="9752760" cy="2699640"/>
          </a:xfrm>
          <a:prstGeom prst="rect">
            <a:avLst/>
          </a:prstGeom>
          <a:noFill/>
          <a:ln w="0">
            <a:noFill/>
          </a:ln>
        </p:spPr>
        <p:txBody>
          <a:bodyPr lIns="91440" tIns="45720" rIns="91440" bIns="45720" anchor="t">
            <a:noAutofit/>
          </a:bodyPr>
          <a:p>
            <a:pPr indent="0" algn="l">
              <a:buNone/>
            </a:pPr>
            <a:endParaRPr lang="en-IN" sz="1800" b="0" u="none" strike="noStrike">
              <a:solidFill>
                <a:srgbClr val="000000"/>
              </a:solidFill>
              <a:effectLst/>
              <a:uFillTx/>
              <a:latin typeface="Arial"/>
            </a:endParaRPr>
          </a:p>
        </p:txBody>
      </p:sp>
      <p:sp>
        <p:nvSpPr>
          <p:cNvPr id="243" name="PlaceHolder 3"/>
          <p:cNvSpPr>
            <a:spLocks noGrp="1"/>
          </p:cNvSpPr>
          <p:nvPr>
            <p:ph type="sldNum" idx="31"/>
          </p:nvPr>
        </p:nvSpPr>
        <p:spPr>
          <a:xfrm>
            <a:off x="6905520" y="6513480"/>
            <a:ext cx="5282640" cy="343800"/>
          </a:xfrm>
          <a:prstGeom prst="rect">
            <a:avLst/>
          </a:prstGeom>
          <a:noFill/>
          <a:ln w="0">
            <a:noFill/>
          </a:ln>
        </p:spPr>
        <p:txBody>
          <a:bodyPr lIns="91440" tIns="45720" rIns="91440" bIns="45720" anchor="b">
            <a:noAutofit/>
          </a:bodyPr>
          <a:lstStyle>
            <a:lvl1pPr indent="0" algn="r">
              <a:lnSpc>
                <a:spcPct val="100000"/>
              </a:lnSpc>
              <a:buNone/>
              <a:tabLst>
                <a:tab pos="0" algn="l"/>
              </a:tabLst>
              <a:defRPr lang="en-IN" sz="1200" b="0" u="none" strike="noStrike">
                <a:solidFill>
                  <a:srgbClr val="000000"/>
                </a:solidFill>
                <a:effectLst/>
                <a:uFillTx/>
                <a:latin typeface="Times New Roman"/>
              </a:defRPr>
            </a:lvl1pPr>
          </a:lstStyle>
          <a:p>
            <a:pPr indent="0" algn="r">
              <a:lnSpc>
                <a:spcPct val="100000"/>
              </a:lnSpc>
              <a:buNone/>
              <a:tabLst>
                <a:tab pos="0" algn="l"/>
              </a:tabLst>
            </a:pPr>
            <a:fld id="{4D10788C-0E9D-4D07-A7DD-6945537C94FB}" type="slidenum">
              <a:rPr lang="en-IN" sz="1200" b="0" u="none" strike="noStrike">
                <a:solidFill>
                  <a:srgbClr val="000000"/>
                </a:solidFill>
                <a:effectLst/>
                <a:uFillTx/>
                <a:latin typeface="Times New Roman"/>
              </a:rPr>
              <a:t>&lt;number&gt;</a:t>
            </a:fld>
            <a:endParaRPr lang="en-IN" sz="1200" b="0" u="none" strike="noStrike">
              <a:solidFill>
                <a:srgbClr val="000000"/>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4" name="PlaceHolder 1"/>
          <p:cNvSpPr>
            <a:spLocks noGrp="1"/>
          </p:cNvSpPr>
          <p:nvPr>
            <p:ph type="sldImg"/>
          </p:nvPr>
        </p:nvSpPr>
        <p:spPr>
          <a:xfrm>
            <a:off x="4038480" y="857160"/>
            <a:ext cx="4114080" cy="2313720"/>
          </a:xfrm>
          <a:prstGeom prst="rect">
            <a:avLst/>
          </a:prstGeom>
          <a:ln w="0">
            <a:noFill/>
          </a:ln>
        </p:spPr>
      </p:sp>
      <p:sp>
        <p:nvSpPr>
          <p:cNvPr id="245" name="PlaceHolder 2"/>
          <p:cNvSpPr>
            <a:spLocks noGrp="1"/>
          </p:cNvSpPr>
          <p:nvPr>
            <p:ph type="body"/>
          </p:nvPr>
        </p:nvSpPr>
        <p:spPr>
          <a:xfrm>
            <a:off x="1219320" y="3300480"/>
            <a:ext cx="9752760" cy="2699640"/>
          </a:xfrm>
          <a:prstGeom prst="rect">
            <a:avLst/>
          </a:prstGeom>
          <a:noFill/>
          <a:ln w="0">
            <a:noFill/>
          </a:ln>
        </p:spPr>
        <p:txBody>
          <a:bodyPr lIns="91440" tIns="45720" rIns="91440" bIns="45720" anchor="t">
            <a:noAutofit/>
          </a:bodyPr>
          <a:p>
            <a:pPr indent="0" algn="l">
              <a:buNone/>
            </a:pPr>
            <a:endParaRPr lang="en-IN" sz="1800" b="0" u="none" strike="noStrike">
              <a:solidFill>
                <a:srgbClr val="000000"/>
              </a:solidFill>
              <a:effectLst/>
              <a:uFillTx/>
              <a:latin typeface="Arial"/>
            </a:endParaRPr>
          </a:p>
        </p:txBody>
      </p:sp>
      <p:sp>
        <p:nvSpPr>
          <p:cNvPr id="246" name="PlaceHolder 3"/>
          <p:cNvSpPr>
            <a:spLocks noGrp="1"/>
          </p:cNvSpPr>
          <p:nvPr>
            <p:ph type="sldNum" idx="32"/>
          </p:nvPr>
        </p:nvSpPr>
        <p:spPr>
          <a:xfrm>
            <a:off x="6905520" y="6513480"/>
            <a:ext cx="5282640" cy="343800"/>
          </a:xfrm>
          <a:prstGeom prst="rect">
            <a:avLst/>
          </a:prstGeom>
          <a:noFill/>
          <a:ln w="0">
            <a:noFill/>
          </a:ln>
        </p:spPr>
        <p:txBody>
          <a:bodyPr lIns="91440" tIns="45720" rIns="91440" bIns="45720" anchor="b">
            <a:noAutofit/>
          </a:bodyPr>
          <a:lstStyle>
            <a:lvl1pPr indent="0" algn="r">
              <a:lnSpc>
                <a:spcPct val="100000"/>
              </a:lnSpc>
              <a:buNone/>
              <a:tabLst>
                <a:tab pos="0" algn="l"/>
              </a:tabLst>
              <a:defRPr lang="en-IN" sz="1200" b="0" u="none" strike="noStrike">
                <a:solidFill>
                  <a:srgbClr val="000000"/>
                </a:solidFill>
                <a:effectLst/>
                <a:uFillTx/>
                <a:latin typeface="Times New Roman"/>
              </a:defRPr>
            </a:lvl1pPr>
          </a:lstStyle>
          <a:p>
            <a:pPr indent="0" algn="r">
              <a:lnSpc>
                <a:spcPct val="100000"/>
              </a:lnSpc>
              <a:buNone/>
              <a:tabLst>
                <a:tab pos="0" algn="l"/>
              </a:tabLst>
            </a:pPr>
            <a:fld id="{711B4C3E-5BE1-431E-9FDC-4BA6B2C32D9A}" type="slidenum">
              <a:rPr lang="en-IN" sz="1200" b="0" u="none" strike="noStrike">
                <a:solidFill>
                  <a:srgbClr val="000000"/>
                </a:solidFill>
                <a:effectLst/>
                <a:uFillTx/>
                <a:latin typeface="Times New Roman"/>
              </a:rPr>
              <a:t>&lt;number&gt;</a:t>
            </a:fld>
            <a:endParaRPr lang="en-IN" sz="1200" b="0" u="none" strike="noStrike">
              <a:solidFill>
                <a:srgbClr val="000000"/>
              </a:solidFill>
              <a:effectLst/>
              <a:uFillTx/>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7" name="PlaceHolder 1"/>
          <p:cNvSpPr>
            <a:spLocks noGrp="1"/>
          </p:cNvSpPr>
          <p:nvPr>
            <p:ph type="sldImg"/>
          </p:nvPr>
        </p:nvSpPr>
        <p:spPr>
          <a:xfrm>
            <a:off x="4038480" y="857160"/>
            <a:ext cx="4114080" cy="2313720"/>
          </a:xfrm>
          <a:prstGeom prst="rect">
            <a:avLst/>
          </a:prstGeom>
          <a:ln w="0">
            <a:noFill/>
          </a:ln>
        </p:spPr>
      </p:sp>
      <p:sp>
        <p:nvSpPr>
          <p:cNvPr id="248" name="PlaceHolder 2"/>
          <p:cNvSpPr>
            <a:spLocks noGrp="1"/>
          </p:cNvSpPr>
          <p:nvPr>
            <p:ph type="body"/>
          </p:nvPr>
        </p:nvSpPr>
        <p:spPr>
          <a:xfrm>
            <a:off x="1219320" y="3300480"/>
            <a:ext cx="9752760" cy="2699640"/>
          </a:xfrm>
          <a:prstGeom prst="rect">
            <a:avLst/>
          </a:prstGeom>
          <a:noFill/>
          <a:ln w="0">
            <a:noFill/>
          </a:ln>
        </p:spPr>
        <p:txBody>
          <a:bodyPr lIns="91440" tIns="45720" rIns="91440" bIns="45720" anchor="t">
            <a:noAutofit/>
          </a:bodyPr>
          <a:p>
            <a:pPr indent="0" algn="l">
              <a:buNone/>
            </a:pPr>
            <a:endParaRPr lang="en-IN" sz="1800" b="0" u="none" strike="noStrike">
              <a:solidFill>
                <a:srgbClr val="000000"/>
              </a:solidFill>
              <a:effectLst/>
              <a:uFillTx/>
              <a:latin typeface="Arial"/>
            </a:endParaRPr>
          </a:p>
        </p:txBody>
      </p:sp>
      <p:sp>
        <p:nvSpPr>
          <p:cNvPr id="249" name="PlaceHolder 3"/>
          <p:cNvSpPr>
            <a:spLocks noGrp="1"/>
          </p:cNvSpPr>
          <p:nvPr>
            <p:ph type="sldNum" idx="33"/>
          </p:nvPr>
        </p:nvSpPr>
        <p:spPr>
          <a:xfrm>
            <a:off x="6905520" y="6513480"/>
            <a:ext cx="5282640" cy="343800"/>
          </a:xfrm>
          <a:prstGeom prst="rect">
            <a:avLst/>
          </a:prstGeom>
          <a:noFill/>
          <a:ln w="0">
            <a:noFill/>
          </a:ln>
        </p:spPr>
        <p:txBody>
          <a:bodyPr lIns="91440" tIns="45720" rIns="91440" bIns="45720" anchor="b">
            <a:noAutofit/>
          </a:bodyPr>
          <a:lstStyle>
            <a:lvl1pPr indent="0" algn="r">
              <a:lnSpc>
                <a:spcPct val="100000"/>
              </a:lnSpc>
              <a:buNone/>
              <a:tabLst>
                <a:tab pos="0" algn="l"/>
              </a:tabLst>
              <a:defRPr lang="en-IN" sz="1200" b="0" u="none" strike="noStrike">
                <a:solidFill>
                  <a:srgbClr val="000000"/>
                </a:solidFill>
                <a:effectLst/>
                <a:uFillTx/>
                <a:latin typeface="Times New Roman"/>
              </a:defRPr>
            </a:lvl1pPr>
          </a:lstStyle>
          <a:p>
            <a:pPr indent="0" algn="r">
              <a:lnSpc>
                <a:spcPct val="100000"/>
              </a:lnSpc>
              <a:buNone/>
              <a:tabLst>
                <a:tab pos="0" algn="l"/>
              </a:tabLst>
            </a:pPr>
            <a:fld id="{722003F4-5EB1-47AE-8E8D-4C7C94894C0A}" type="slidenum">
              <a:rPr lang="en-IN" sz="1200" b="0" u="none" strike="noStrike">
                <a:solidFill>
                  <a:srgbClr val="000000"/>
                </a:solidFill>
                <a:effectLst/>
                <a:uFillTx/>
                <a:latin typeface="Times New Roman"/>
              </a:rPr>
              <a:t>&lt;number&gt;</a:t>
            </a:fld>
            <a:endParaRPr lang="en-IN" sz="1200" b="0" u="none" strike="noStrike">
              <a:solidFill>
                <a:srgbClr val="000000"/>
              </a:solidFill>
              <a:effectLst/>
              <a:uFillTx/>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0" name="PlaceHolder 1"/>
          <p:cNvSpPr>
            <a:spLocks noGrp="1"/>
          </p:cNvSpPr>
          <p:nvPr>
            <p:ph type="sldImg"/>
          </p:nvPr>
        </p:nvSpPr>
        <p:spPr>
          <a:xfrm>
            <a:off x="4038480" y="857160"/>
            <a:ext cx="4114080" cy="2313720"/>
          </a:xfrm>
          <a:prstGeom prst="rect">
            <a:avLst/>
          </a:prstGeom>
          <a:ln w="0">
            <a:noFill/>
          </a:ln>
        </p:spPr>
      </p:sp>
      <p:sp>
        <p:nvSpPr>
          <p:cNvPr id="251" name="PlaceHolder 2"/>
          <p:cNvSpPr>
            <a:spLocks noGrp="1"/>
          </p:cNvSpPr>
          <p:nvPr>
            <p:ph type="body"/>
          </p:nvPr>
        </p:nvSpPr>
        <p:spPr>
          <a:xfrm>
            <a:off x="1219320" y="3300480"/>
            <a:ext cx="9752760" cy="2699640"/>
          </a:xfrm>
          <a:prstGeom prst="rect">
            <a:avLst/>
          </a:prstGeom>
          <a:noFill/>
          <a:ln w="0">
            <a:noFill/>
          </a:ln>
        </p:spPr>
        <p:txBody>
          <a:bodyPr lIns="91440" tIns="45720" rIns="91440" bIns="45720" anchor="t">
            <a:noAutofit/>
          </a:bodyPr>
          <a:p>
            <a:pPr indent="0" algn="l">
              <a:buNone/>
            </a:pPr>
            <a:endParaRPr lang="en-IN" sz="1800" b="0" u="none" strike="noStrike">
              <a:solidFill>
                <a:srgbClr val="000000"/>
              </a:solidFill>
              <a:effectLst/>
              <a:uFillTx/>
              <a:latin typeface="Arial"/>
            </a:endParaRPr>
          </a:p>
        </p:txBody>
      </p:sp>
      <p:sp>
        <p:nvSpPr>
          <p:cNvPr id="252" name="PlaceHolder 3"/>
          <p:cNvSpPr>
            <a:spLocks noGrp="1"/>
          </p:cNvSpPr>
          <p:nvPr>
            <p:ph type="sldNum" idx="34"/>
          </p:nvPr>
        </p:nvSpPr>
        <p:spPr>
          <a:xfrm>
            <a:off x="6905520" y="6513480"/>
            <a:ext cx="5282640" cy="343800"/>
          </a:xfrm>
          <a:prstGeom prst="rect">
            <a:avLst/>
          </a:prstGeom>
          <a:noFill/>
          <a:ln w="0">
            <a:noFill/>
          </a:ln>
        </p:spPr>
        <p:txBody>
          <a:bodyPr lIns="91440" tIns="45720" rIns="91440" bIns="45720" anchor="b">
            <a:noAutofit/>
          </a:bodyPr>
          <a:lstStyle>
            <a:lvl1pPr indent="0" algn="r">
              <a:lnSpc>
                <a:spcPct val="100000"/>
              </a:lnSpc>
              <a:buNone/>
              <a:tabLst>
                <a:tab pos="0" algn="l"/>
              </a:tabLst>
              <a:defRPr lang="en-IN" sz="1200" b="0" u="none" strike="noStrike">
                <a:solidFill>
                  <a:srgbClr val="000000"/>
                </a:solidFill>
                <a:effectLst/>
                <a:uFillTx/>
                <a:latin typeface="Times New Roman"/>
              </a:defRPr>
            </a:lvl1pPr>
          </a:lstStyle>
          <a:p>
            <a:pPr indent="0" algn="r">
              <a:lnSpc>
                <a:spcPct val="100000"/>
              </a:lnSpc>
              <a:buNone/>
              <a:tabLst>
                <a:tab pos="0" algn="l"/>
              </a:tabLst>
            </a:pPr>
            <a:fld id="{8ED44ED6-987F-442B-95F8-F496F90FD9C2}" type="slidenum">
              <a:rPr lang="en-IN" sz="1200" b="0" u="none" strike="noStrike">
                <a:solidFill>
                  <a:srgbClr val="000000"/>
                </a:solidFill>
                <a:effectLst/>
                <a:uFillTx/>
                <a:latin typeface="Times New Roman"/>
              </a:rPr>
              <a:t>&lt;number&gt;</a:t>
            </a:fld>
            <a:endParaRPr lang="en-IN" sz="1200" b="0" u="none" strike="noStrike">
              <a:solidFill>
                <a:srgbClr val="000000"/>
              </a:solidFill>
              <a:effectLst/>
              <a:uFillTx/>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3" name="PlaceHolder 1"/>
          <p:cNvSpPr>
            <a:spLocks noGrp="1"/>
          </p:cNvSpPr>
          <p:nvPr>
            <p:ph type="sldImg"/>
          </p:nvPr>
        </p:nvSpPr>
        <p:spPr>
          <a:xfrm>
            <a:off x="4038480" y="857160"/>
            <a:ext cx="4114080" cy="2313720"/>
          </a:xfrm>
          <a:prstGeom prst="rect">
            <a:avLst/>
          </a:prstGeom>
          <a:ln w="0">
            <a:noFill/>
          </a:ln>
        </p:spPr>
      </p:sp>
      <p:sp>
        <p:nvSpPr>
          <p:cNvPr id="254" name="PlaceHolder 2"/>
          <p:cNvSpPr>
            <a:spLocks noGrp="1"/>
          </p:cNvSpPr>
          <p:nvPr>
            <p:ph type="body"/>
          </p:nvPr>
        </p:nvSpPr>
        <p:spPr>
          <a:xfrm>
            <a:off x="1219320" y="3300480"/>
            <a:ext cx="9752760" cy="2699640"/>
          </a:xfrm>
          <a:prstGeom prst="rect">
            <a:avLst/>
          </a:prstGeom>
          <a:noFill/>
          <a:ln w="0">
            <a:noFill/>
          </a:ln>
        </p:spPr>
        <p:txBody>
          <a:bodyPr lIns="91440" tIns="45720" rIns="91440" bIns="45720" anchor="t">
            <a:noAutofit/>
          </a:bodyPr>
          <a:p>
            <a:pPr indent="0" algn="l">
              <a:buNone/>
            </a:pPr>
            <a:endParaRPr lang="en-IN" sz="1800" b="0" u="none" strike="noStrike">
              <a:solidFill>
                <a:srgbClr val="000000"/>
              </a:solidFill>
              <a:effectLst/>
              <a:uFillTx/>
              <a:latin typeface="Arial"/>
            </a:endParaRPr>
          </a:p>
        </p:txBody>
      </p:sp>
      <p:sp>
        <p:nvSpPr>
          <p:cNvPr id="255" name="PlaceHolder 3"/>
          <p:cNvSpPr>
            <a:spLocks noGrp="1"/>
          </p:cNvSpPr>
          <p:nvPr>
            <p:ph type="sldNum" idx="35"/>
          </p:nvPr>
        </p:nvSpPr>
        <p:spPr>
          <a:xfrm>
            <a:off x="6905520" y="6513480"/>
            <a:ext cx="5282640" cy="343800"/>
          </a:xfrm>
          <a:prstGeom prst="rect">
            <a:avLst/>
          </a:prstGeom>
          <a:noFill/>
          <a:ln w="0">
            <a:noFill/>
          </a:ln>
        </p:spPr>
        <p:txBody>
          <a:bodyPr lIns="91440" tIns="45720" rIns="91440" bIns="45720" anchor="b">
            <a:noAutofit/>
          </a:bodyPr>
          <a:lstStyle>
            <a:lvl1pPr indent="0" algn="r">
              <a:lnSpc>
                <a:spcPct val="100000"/>
              </a:lnSpc>
              <a:buNone/>
              <a:tabLst>
                <a:tab pos="0" algn="l"/>
              </a:tabLst>
              <a:defRPr lang="en-IN" sz="1200" b="0" u="none" strike="noStrike">
                <a:solidFill>
                  <a:srgbClr val="000000"/>
                </a:solidFill>
                <a:effectLst/>
                <a:uFillTx/>
                <a:latin typeface="Times New Roman"/>
              </a:defRPr>
            </a:lvl1pPr>
          </a:lstStyle>
          <a:p>
            <a:pPr indent="0" algn="r">
              <a:lnSpc>
                <a:spcPct val="100000"/>
              </a:lnSpc>
              <a:buNone/>
              <a:tabLst>
                <a:tab pos="0" algn="l"/>
              </a:tabLst>
            </a:pPr>
            <a:fld id="{0E9E21F6-E82A-449F-AE6A-AC81952F9164}" type="slidenum">
              <a:rPr lang="en-IN" sz="1200" b="0" u="none" strike="noStrike">
                <a:solidFill>
                  <a:srgbClr val="000000"/>
                </a:solidFill>
                <a:effectLst/>
                <a:uFillTx/>
                <a:latin typeface="Times New Roman"/>
              </a:rPr>
              <a:t>&lt;number&gt;</a:t>
            </a:fld>
            <a:endParaRPr lang="en-IN" sz="1200" b="0" u="none" strike="noStrike">
              <a:solidFill>
                <a:srgbClr val="000000"/>
              </a:solidFill>
              <a:effectLst/>
              <a:uFillTx/>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6" name="PlaceHolder 1"/>
          <p:cNvSpPr>
            <a:spLocks noGrp="1"/>
          </p:cNvSpPr>
          <p:nvPr>
            <p:ph type="sldImg"/>
          </p:nvPr>
        </p:nvSpPr>
        <p:spPr>
          <a:xfrm>
            <a:off x="4038480" y="857160"/>
            <a:ext cx="4114080" cy="2313720"/>
          </a:xfrm>
          <a:prstGeom prst="rect">
            <a:avLst/>
          </a:prstGeom>
          <a:ln w="0">
            <a:noFill/>
          </a:ln>
        </p:spPr>
      </p:sp>
      <p:sp>
        <p:nvSpPr>
          <p:cNvPr id="257" name="PlaceHolder 2"/>
          <p:cNvSpPr>
            <a:spLocks noGrp="1"/>
          </p:cNvSpPr>
          <p:nvPr>
            <p:ph type="body"/>
          </p:nvPr>
        </p:nvSpPr>
        <p:spPr>
          <a:xfrm>
            <a:off x="1219320" y="3300480"/>
            <a:ext cx="9752760" cy="2699640"/>
          </a:xfrm>
          <a:prstGeom prst="rect">
            <a:avLst/>
          </a:prstGeom>
          <a:noFill/>
          <a:ln w="0">
            <a:noFill/>
          </a:ln>
        </p:spPr>
        <p:txBody>
          <a:bodyPr lIns="91440" tIns="45720" rIns="91440" bIns="45720" anchor="t">
            <a:noAutofit/>
          </a:bodyPr>
          <a:p>
            <a:pPr indent="0" algn="l">
              <a:buNone/>
            </a:pPr>
            <a:endParaRPr lang="en-IN" sz="1800" b="0" u="none" strike="noStrike">
              <a:solidFill>
                <a:srgbClr val="000000"/>
              </a:solidFill>
              <a:effectLst/>
              <a:uFillTx/>
              <a:latin typeface="Arial"/>
            </a:endParaRPr>
          </a:p>
        </p:txBody>
      </p:sp>
      <p:sp>
        <p:nvSpPr>
          <p:cNvPr id="258" name="PlaceHolder 3"/>
          <p:cNvSpPr>
            <a:spLocks noGrp="1"/>
          </p:cNvSpPr>
          <p:nvPr>
            <p:ph type="sldNum" idx="36"/>
          </p:nvPr>
        </p:nvSpPr>
        <p:spPr>
          <a:xfrm>
            <a:off x="6905520" y="6513480"/>
            <a:ext cx="5282640" cy="343800"/>
          </a:xfrm>
          <a:prstGeom prst="rect">
            <a:avLst/>
          </a:prstGeom>
          <a:noFill/>
          <a:ln w="0">
            <a:noFill/>
          </a:ln>
        </p:spPr>
        <p:txBody>
          <a:bodyPr lIns="91440" tIns="45720" rIns="91440" bIns="45720" anchor="b">
            <a:noAutofit/>
          </a:bodyPr>
          <a:lstStyle>
            <a:lvl1pPr indent="0" algn="r">
              <a:lnSpc>
                <a:spcPct val="100000"/>
              </a:lnSpc>
              <a:buNone/>
              <a:tabLst>
                <a:tab pos="0" algn="l"/>
              </a:tabLst>
              <a:defRPr lang="en-IN" sz="1200" b="0" u="none" strike="noStrike">
                <a:solidFill>
                  <a:srgbClr val="000000"/>
                </a:solidFill>
                <a:effectLst/>
                <a:uFillTx/>
                <a:latin typeface="Times New Roman"/>
              </a:defRPr>
            </a:lvl1pPr>
          </a:lstStyle>
          <a:p>
            <a:pPr indent="0" algn="r">
              <a:lnSpc>
                <a:spcPct val="100000"/>
              </a:lnSpc>
              <a:buNone/>
              <a:tabLst>
                <a:tab pos="0" algn="l"/>
              </a:tabLst>
            </a:pPr>
            <a:fld id="{36B0685B-86F7-4EA1-9BBA-67638CC2B9DE}" type="slidenum">
              <a:rPr lang="en-IN" sz="1200" b="0" u="none" strike="noStrike">
                <a:solidFill>
                  <a:srgbClr val="000000"/>
                </a:solidFill>
                <a:effectLst/>
                <a:uFillTx/>
                <a:latin typeface="Times New Roman"/>
              </a:rPr>
              <a:t>&lt;number&gt;</a:t>
            </a:fld>
            <a:endParaRPr lang="en-IN" sz="1200" b="0" u="none" strike="noStrike">
              <a:solidFill>
                <a:srgbClr val="000000"/>
              </a:solidFill>
              <a:effectLst/>
              <a:uFillTx/>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9" name="PlaceHolder 1"/>
          <p:cNvSpPr>
            <a:spLocks noGrp="1"/>
          </p:cNvSpPr>
          <p:nvPr>
            <p:ph type="sldImg"/>
          </p:nvPr>
        </p:nvSpPr>
        <p:spPr>
          <a:xfrm>
            <a:off x="4038480" y="857160"/>
            <a:ext cx="4114080" cy="2313720"/>
          </a:xfrm>
          <a:prstGeom prst="rect">
            <a:avLst/>
          </a:prstGeom>
          <a:ln w="0">
            <a:noFill/>
          </a:ln>
        </p:spPr>
      </p:sp>
      <p:sp>
        <p:nvSpPr>
          <p:cNvPr id="260" name="PlaceHolder 2"/>
          <p:cNvSpPr>
            <a:spLocks noGrp="1"/>
          </p:cNvSpPr>
          <p:nvPr>
            <p:ph type="body"/>
          </p:nvPr>
        </p:nvSpPr>
        <p:spPr>
          <a:xfrm>
            <a:off x="1219320" y="3300480"/>
            <a:ext cx="9752760" cy="2699640"/>
          </a:xfrm>
          <a:prstGeom prst="rect">
            <a:avLst/>
          </a:prstGeom>
          <a:noFill/>
          <a:ln w="0">
            <a:noFill/>
          </a:ln>
        </p:spPr>
        <p:txBody>
          <a:bodyPr lIns="91440" tIns="45720" rIns="91440" bIns="45720" anchor="t">
            <a:noAutofit/>
          </a:bodyPr>
          <a:p>
            <a:pPr indent="0" algn="l">
              <a:buNone/>
            </a:pPr>
            <a:endParaRPr lang="en-IN" sz="1800" b="0" u="none" strike="noStrike">
              <a:solidFill>
                <a:srgbClr val="000000"/>
              </a:solidFill>
              <a:effectLst/>
              <a:uFillTx/>
              <a:latin typeface="Arial"/>
            </a:endParaRPr>
          </a:p>
        </p:txBody>
      </p:sp>
      <p:sp>
        <p:nvSpPr>
          <p:cNvPr id="261" name="PlaceHolder 3"/>
          <p:cNvSpPr>
            <a:spLocks noGrp="1"/>
          </p:cNvSpPr>
          <p:nvPr>
            <p:ph type="sldNum" idx="37"/>
          </p:nvPr>
        </p:nvSpPr>
        <p:spPr>
          <a:xfrm>
            <a:off x="6905520" y="6513480"/>
            <a:ext cx="5282640" cy="343800"/>
          </a:xfrm>
          <a:prstGeom prst="rect">
            <a:avLst/>
          </a:prstGeom>
          <a:noFill/>
          <a:ln w="0">
            <a:noFill/>
          </a:ln>
        </p:spPr>
        <p:txBody>
          <a:bodyPr lIns="91440" tIns="45720" rIns="91440" bIns="45720" anchor="b">
            <a:noAutofit/>
          </a:bodyPr>
          <a:lstStyle>
            <a:lvl1pPr indent="0" algn="r">
              <a:lnSpc>
                <a:spcPct val="100000"/>
              </a:lnSpc>
              <a:buNone/>
              <a:tabLst>
                <a:tab pos="0" algn="l"/>
              </a:tabLst>
              <a:defRPr lang="en-IN" sz="1200" b="0" u="none" strike="noStrike">
                <a:solidFill>
                  <a:srgbClr val="000000"/>
                </a:solidFill>
                <a:effectLst/>
                <a:uFillTx/>
                <a:latin typeface="Times New Roman"/>
              </a:defRPr>
            </a:lvl1pPr>
          </a:lstStyle>
          <a:p>
            <a:pPr indent="0" algn="r">
              <a:lnSpc>
                <a:spcPct val="100000"/>
              </a:lnSpc>
              <a:buNone/>
              <a:tabLst>
                <a:tab pos="0" algn="l"/>
              </a:tabLst>
            </a:pPr>
            <a:fld id="{7E3CCEF8-8B5D-496C-844B-4F5B2E212D49}" type="slidenum">
              <a:rPr lang="en-IN" sz="1200" b="0" u="none" strike="noStrike">
                <a:solidFill>
                  <a:srgbClr val="000000"/>
                </a:solidFill>
                <a:effectLst/>
                <a:uFillTx/>
                <a:latin typeface="Times New Roman"/>
              </a:rPr>
              <a:t>&lt;number&gt;</a:t>
            </a:fld>
            <a:endParaRPr lang="en-IN" sz="1200" b="0" u="none" strike="noStrike">
              <a:solidFill>
                <a:srgbClr val="000000"/>
              </a:solidFill>
              <a:effectLst/>
              <a:uFillTx/>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2" name="PlaceHolder 1"/>
          <p:cNvSpPr>
            <a:spLocks noGrp="1"/>
          </p:cNvSpPr>
          <p:nvPr>
            <p:ph type="sldImg"/>
          </p:nvPr>
        </p:nvSpPr>
        <p:spPr>
          <a:xfrm>
            <a:off x="4038480" y="857160"/>
            <a:ext cx="4114080" cy="2313720"/>
          </a:xfrm>
          <a:prstGeom prst="rect">
            <a:avLst/>
          </a:prstGeom>
          <a:ln w="0">
            <a:noFill/>
          </a:ln>
        </p:spPr>
      </p:sp>
      <p:sp>
        <p:nvSpPr>
          <p:cNvPr id="263" name="PlaceHolder 2"/>
          <p:cNvSpPr>
            <a:spLocks noGrp="1"/>
          </p:cNvSpPr>
          <p:nvPr>
            <p:ph type="body"/>
          </p:nvPr>
        </p:nvSpPr>
        <p:spPr>
          <a:xfrm>
            <a:off x="1219320" y="3300480"/>
            <a:ext cx="9752760" cy="2699640"/>
          </a:xfrm>
          <a:prstGeom prst="rect">
            <a:avLst/>
          </a:prstGeom>
          <a:noFill/>
          <a:ln w="0">
            <a:noFill/>
          </a:ln>
        </p:spPr>
        <p:txBody>
          <a:bodyPr lIns="91440" tIns="45720" rIns="91440" bIns="45720" anchor="t">
            <a:noAutofit/>
          </a:bodyPr>
          <a:p>
            <a:pPr indent="0" algn="l">
              <a:buNone/>
            </a:pPr>
            <a:endParaRPr lang="en-IN" sz="1800" b="0" u="none" strike="noStrike">
              <a:solidFill>
                <a:srgbClr val="000000"/>
              </a:solidFill>
              <a:effectLst/>
              <a:uFillTx/>
              <a:latin typeface="Arial"/>
            </a:endParaRPr>
          </a:p>
        </p:txBody>
      </p:sp>
      <p:sp>
        <p:nvSpPr>
          <p:cNvPr id="264" name="PlaceHolder 3"/>
          <p:cNvSpPr>
            <a:spLocks noGrp="1"/>
          </p:cNvSpPr>
          <p:nvPr>
            <p:ph type="sldNum" idx="38"/>
          </p:nvPr>
        </p:nvSpPr>
        <p:spPr>
          <a:xfrm>
            <a:off x="6905520" y="6513480"/>
            <a:ext cx="5282640" cy="343800"/>
          </a:xfrm>
          <a:prstGeom prst="rect">
            <a:avLst/>
          </a:prstGeom>
          <a:noFill/>
          <a:ln w="0">
            <a:noFill/>
          </a:ln>
        </p:spPr>
        <p:txBody>
          <a:bodyPr lIns="91440" tIns="45720" rIns="91440" bIns="45720" anchor="b">
            <a:noAutofit/>
          </a:bodyPr>
          <a:lstStyle>
            <a:lvl1pPr indent="0" algn="r">
              <a:lnSpc>
                <a:spcPct val="100000"/>
              </a:lnSpc>
              <a:buNone/>
              <a:tabLst>
                <a:tab pos="0" algn="l"/>
              </a:tabLst>
              <a:defRPr lang="en-IN" sz="1200" b="0" u="none" strike="noStrike">
                <a:solidFill>
                  <a:srgbClr val="000000"/>
                </a:solidFill>
                <a:effectLst/>
                <a:uFillTx/>
                <a:latin typeface="Times New Roman"/>
              </a:defRPr>
            </a:lvl1pPr>
          </a:lstStyle>
          <a:p>
            <a:pPr indent="0" algn="r">
              <a:lnSpc>
                <a:spcPct val="100000"/>
              </a:lnSpc>
              <a:buNone/>
              <a:tabLst>
                <a:tab pos="0" algn="l"/>
              </a:tabLst>
            </a:pPr>
            <a:fld id="{4F3B1CBE-1273-412A-8ABB-5D9E91415921}" type="slidenum">
              <a:rPr lang="en-IN" sz="1200" b="0" u="none" strike="noStrike">
                <a:solidFill>
                  <a:srgbClr val="000000"/>
                </a:solidFill>
                <a:effectLst/>
                <a:uFillTx/>
                <a:latin typeface="Times New Roman"/>
              </a:rPr>
              <a:t>&lt;number&gt;</a:t>
            </a:fld>
            <a:endParaRPr lang="en-IN" sz="1200" b="0" u="none" strike="noStrike">
              <a:solidFill>
                <a:srgbClr val="000000"/>
              </a:solidFill>
              <a:effectLst/>
              <a:uFillTx/>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5" name="PlaceHolder 1"/>
          <p:cNvSpPr>
            <a:spLocks noGrp="1"/>
          </p:cNvSpPr>
          <p:nvPr>
            <p:ph type="sldImg"/>
          </p:nvPr>
        </p:nvSpPr>
        <p:spPr>
          <a:xfrm>
            <a:off x="4038480" y="857160"/>
            <a:ext cx="4114080" cy="2313720"/>
          </a:xfrm>
          <a:prstGeom prst="rect">
            <a:avLst/>
          </a:prstGeom>
          <a:ln w="0">
            <a:noFill/>
          </a:ln>
        </p:spPr>
      </p:sp>
      <p:sp>
        <p:nvSpPr>
          <p:cNvPr id="266" name="PlaceHolder 2"/>
          <p:cNvSpPr>
            <a:spLocks noGrp="1"/>
          </p:cNvSpPr>
          <p:nvPr>
            <p:ph type="body"/>
          </p:nvPr>
        </p:nvSpPr>
        <p:spPr>
          <a:xfrm>
            <a:off x="1219320" y="3300480"/>
            <a:ext cx="9752760" cy="2699640"/>
          </a:xfrm>
          <a:prstGeom prst="rect">
            <a:avLst/>
          </a:prstGeom>
          <a:noFill/>
          <a:ln w="0">
            <a:noFill/>
          </a:ln>
        </p:spPr>
        <p:txBody>
          <a:bodyPr lIns="91440" tIns="45720" rIns="91440" bIns="45720" anchor="t">
            <a:noAutofit/>
          </a:bodyPr>
          <a:p>
            <a:pPr indent="0" algn="l">
              <a:buNone/>
            </a:pPr>
            <a:endParaRPr lang="en-IN" sz="1800" b="0" u="none" strike="noStrike">
              <a:solidFill>
                <a:srgbClr val="000000"/>
              </a:solidFill>
              <a:effectLst/>
              <a:uFillTx/>
              <a:latin typeface="Arial"/>
            </a:endParaRPr>
          </a:p>
        </p:txBody>
      </p:sp>
      <p:sp>
        <p:nvSpPr>
          <p:cNvPr id="267" name="PlaceHolder 3"/>
          <p:cNvSpPr>
            <a:spLocks noGrp="1"/>
          </p:cNvSpPr>
          <p:nvPr>
            <p:ph type="sldNum" idx="39"/>
          </p:nvPr>
        </p:nvSpPr>
        <p:spPr>
          <a:xfrm>
            <a:off x="6905520" y="6513480"/>
            <a:ext cx="5282640" cy="343800"/>
          </a:xfrm>
          <a:prstGeom prst="rect">
            <a:avLst/>
          </a:prstGeom>
          <a:noFill/>
          <a:ln w="0">
            <a:noFill/>
          </a:ln>
        </p:spPr>
        <p:txBody>
          <a:bodyPr lIns="91440" tIns="45720" rIns="91440" bIns="45720" anchor="b">
            <a:noAutofit/>
          </a:bodyPr>
          <a:lstStyle>
            <a:lvl1pPr indent="0" algn="r">
              <a:lnSpc>
                <a:spcPct val="100000"/>
              </a:lnSpc>
              <a:buNone/>
              <a:tabLst>
                <a:tab pos="0" algn="l"/>
              </a:tabLst>
              <a:defRPr lang="en-IN" sz="1200" b="0" u="none" strike="noStrike">
                <a:solidFill>
                  <a:srgbClr val="000000"/>
                </a:solidFill>
                <a:effectLst/>
                <a:uFillTx/>
                <a:latin typeface="Times New Roman"/>
              </a:defRPr>
            </a:lvl1pPr>
          </a:lstStyle>
          <a:p>
            <a:pPr indent="0" algn="r">
              <a:lnSpc>
                <a:spcPct val="100000"/>
              </a:lnSpc>
              <a:buNone/>
              <a:tabLst>
                <a:tab pos="0" algn="l"/>
              </a:tabLst>
            </a:pPr>
            <a:fld id="{D4048D48-4C26-4C74-8D49-D6995B6A1832}" type="slidenum">
              <a:rPr lang="en-IN" sz="1200" b="0" u="none" strike="noStrike">
                <a:solidFill>
                  <a:srgbClr val="000000"/>
                </a:solidFill>
                <a:effectLst/>
                <a:uFillTx/>
                <a:latin typeface="Times New Roman"/>
              </a:rPr>
              <a:t>&lt;number&gt;</a:t>
            </a:fld>
            <a:endParaRPr lang="en-IN" sz="1200" b="0" u="none" strike="noStrike">
              <a:solidFill>
                <a:srgbClr val="000000"/>
              </a:solidFill>
              <a:effectLst/>
              <a:uFillTx/>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8" name="PlaceHolder 1"/>
          <p:cNvSpPr>
            <a:spLocks noGrp="1"/>
          </p:cNvSpPr>
          <p:nvPr>
            <p:ph type="sldImg"/>
          </p:nvPr>
        </p:nvSpPr>
        <p:spPr>
          <a:xfrm>
            <a:off x="4038480" y="857160"/>
            <a:ext cx="4114080" cy="2313720"/>
          </a:xfrm>
          <a:prstGeom prst="rect">
            <a:avLst/>
          </a:prstGeom>
          <a:ln w="0">
            <a:noFill/>
          </a:ln>
        </p:spPr>
      </p:sp>
      <p:sp>
        <p:nvSpPr>
          <p:cNvPr id="269" name="PlaceHolder 2"/>
          <p:cNvSpPr>
            <a:spLocks noGrp="1"/>
          </p:cNvSpPr>
          <p:nvPr>
            <p:ph type="body"/>
          </p:nvPr>
        </p:nvSpPr>
        <p:spPr>
          <a:xfrm>
            <a:off x="1219320" y="3300480"/>
            <a:ext cx="9752760" cy="2699640"/>
          </a:xfrm>
          <a:prstGeom prst="rect">
            <a:avLst/>
          </a:prstGeom>
          <a:noFill/>
          <a:ln w="0">
            <a:noFill/>
          </a:ln>
        </p:spPr>
        <p:txBody>
          <a:bodyPr lIns="91440" tIns="45720" rIns="91440" bIns="45720" anchor="t">
            <a:noAutofit/>
          </a:bodyPr>
          <a:p>
            <a:pPr indent="0" algn="l">
              <a:buNone/>
            </a:pPr>
            <a:endParaRPr lang="en-IN" sz="1800" b="0" u="none" strike="noStrike">
              <a:solidFill>
                <a:srgbClr val="000000"/>
              </a:solidFill>
              <a:effectLst/>
              <a:uFillTx/>
              <a:latin typeface="Arial"/>
            </a:endParaRPr>
          </a:p>
        </p:txBody>
      </p:sp>
      <p:sp>
        <p:nvSpPr>
          <p:cNvPr id="270" name="PlaceHolder 3"/>
          <p:cNvSpPr>
            <a:spLocks noGrp="1"/>
          </p:cNvSpPr>
          <p:nvPr>
            <p:ph type="sldNum" idx="40"/>
          </p:nvPr>
        </p:nvSpPr>
        <p:spPr>
          <a:xfrm>
            <a:off x="6905520" y="6513480"/>
            <a:ext cx="5282640" cy="343800"/>
          </a:xfrm>
          <a:prstGeom prst="rect">
            <a:avLst/>
          </a:prstGeom>
          <a:noFill/>
          <a:ln w="0">
            <a:noFill/>
          </a:ln>
        </p:spPr>
        <p:txBody>
          <a:bodyPr lIns="91440" tIns="45720" rIns="91440" bIns="45720" anchor="b">
            <a:noAutofit/>
          </a:bodyPr>
          <a:lstStyle>
            <a:lvl1pPr indent="0" algn="r">
              <a:lnSpc>
                <a:spcPct val="100000"/>
              </a:lnSpc>
              <a:buNone/>
              <a:tabLst>
                <a:tab pos="0" algn="l"/>
              </a:tabLst>
              <a:defRPr lang="en-IN" sz="1200" b="0" u="none" strike="noStrike">
                <a:solidFill>
                  <a:srgbClr val="000000"/>
                </a:solidFill>
                <a:effectLst/>
                <a:uFillTx/>
                <a:latin typeface="Times New Roman"/>
              </a:defRPr>
            </a:lvl1pPr>
          </a:lstStyle>
          <a:p>
            <a:pPr indent="0" algn="r">
              <a:lnSpc>
                <a:spcPct val="100000"/>
              </a:lnSpc>
              <a:buNone/>
              <a:tabLst>
                <a:tab pos="0" algn="l"/>
              </a:tabLst>
            </a:pPr>
            <a:fld id="{EC2B3614-F58E-482D-BB5A-C37C365440D0}" type="slidenum">
              <a:rPr lang="en-IN" sz="1200" b="0" u="none" strike="noStrike">
                <a:solidFill>
                  <a:srgbClr val="000000"/>
                </a:solidFill>
                <a:effectLst/>
                <a:uFillTx/>
                <a:latin typeface="Times New Roman"/>
              </a:rPr>
              <a:t>&lt;number&gt;</a:t>
            </a:fld>
            <a:endParaRPr lang="en-IN" sz="1200" b="0" u="none" strike="noStrike">
              <a:solidFill>
                <a:srgbClr val="000000"/>
              </a:solidFill>
              <a:effectLst/>
              <a:uFillTx/>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1" name="PlaceHolder 1"/>
          <p:cNvSpPr>
            <a:spLocks noGrp="1"/>
          </p:cNvSpPr>
          <p:nvPr>
            <p:ph type="sldImg"/>
          </p:nvPr>
        </p:nvSpPr>
        <p:spPr>
          <a:xfrm>
            <a:off x="4038480" y="857160"/>
            <a:ext cx="4114080" cy="2313720"/>
          </a:xfrm>
          <a:prstGeom prst="rect">
            <a:avLst/>
          </a:prstGeom>
          <a:ln w="0">
            <a:noFill/>
          </a:ln>
        </p:spPr>
      </p:sp>
      <p:sp>
        <p:nvSpPr>
          <p:cNvPr id="272" name="PlaceHolder 2"/>
          <p:cNvSpPr>
            <a:spLocks noGrp="1"/>
          </p:cNvSpPr>
          <p:nvPr>
            <p:ph type="body"/>
          </p:nvPr>
        </p:nvSpPr>
        <p:spPr>
          <a:xfrm>
            <a:off x="1219320" y="3300480"/>
            <a:ext cx="9752760" cy="2699640"/>
          </a:xfrm>
          <a:prstGeom prst="rect">
            <a:avLst/>
          </a:prstGeom>
          <a:noFill/>
          <a:ln w="0">
            <a:noFill/>
          </a:ln>
        </p:spPr>
        <p:txBody>
          <a:bodyPr lIns="91440" tIns="45720" rIns="91440" bIns="45720" anchor="t">
            <a:noAutofit/>
          </a:bodyPr>
          <a:p>
            <a:pPr indent="0" algn="l">
              <a:buNone/>
            </a:pPr>
            <a:endParaRPr lang="en-IN" sz="1800" b="0" u="none" strike="noStrike">
              <a:solidFill>
                <a:srgbClr val="000000"/>
              </a:solidFill>
              <a:effectLst/>
              <a:uFillTx/>
              <a:latin typeface="Arial"/>
            </a:endParaRPr>
          </a:p>
        </p:txBody>
      </p:sp>
      <p:sp>
        <p:nvSpPr>
          <p:cNvPr id="273" name="PlaceHolder 3"/>
          <p:cNvSpPr>
            <a:spLocks noGrp="1"/>
          </p:cNvSpPr>
          <p:nvPr>
            <p:ph type="sldNum" idx="41"/>
          </p:nvPr>
        </p:nvSpPr>
        <p:spPr>
          <a:xfrm>
            <a:off x="6905520" y="6513480"/>
            <a:ext cx="5282640" cy="343800"/>
          </a:xfrm>
          <a:prstGeom prst="rect">
            <a:avLst/>
          </a:prstGeom>
          <a:noFill/>
          <a:ln w="0">
            <a:noFill/>
          </a:ln>
        </p:spPr>
        <p:txBody>
          <a:bodyPr lIns="91440" tIns="45720" rIns="91440" bIns="45720" anchor="b">
            <a:noAutofit/>
          </a:bodyPr>
          <a:lstStyle>
            <a:lvl1pPr indent="0" algn="r">
              <a:lnSpc>
                <a:spcPct val="100000"/>
              </a:lnSpc>
              <a:buNone/>
              <a:tabLst>
                <a:tab pos="0" algn="l"/>
              </a:tabLst>
              <a:defRPr lang="en-IN" sz="1200" b="0" u="none" strike="noStrike">
                <a:solidFill>
                  <a:srgbClr val="000000"/>
                </a:solidFill>
                <a:effectLst/>
                <a:uFillTx/>
                <a:latin typeface="Times New Roman"/>
              </a:defRPr>
            </a:lvl1pPr>
          </a:lstStyle>
          <a:p>
            <a:pPr indent="0" algn="r">
              <a:lnSpc>
                <a:spcPct val="100000"/>
              </a:lnSpc>
              <a:buNone/>
              <a:tabLst>
                <a:tab pos="0" algn="l"/>
              </a:tabLst>
            </a:pPr>
            <a:fld id="{D32215AE-3745-4671-9F5B-1791055F9C04}" type="slidenum">
              <a:rPr lang="en-IN" sz="1200" b="0" u="none" strike="noStrike">
                <a:solidFill>
                  <a:srgbClr val="000000"/>
                </a:solidFill>
                <a:effectLst/>
                <a:uFillTx/>
                <a:latin typeface="Times New Roman"/>
              </a:rPr>
              <a:t>&lt;number&gt;</a:t>
            </a:fld>
            <a:endParaRPr lang="en-IN" sz="1200" b="0" u="none" strike="noStrike">
              <a:solidFill>
                <a:srgbClr val="000000"/>
              </a:solidFill>
              <a:effectLst/>
              <a:uFillTx/>
              <a:latin typeface="Times New Roman"/>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4" name="PlaceHolder 1"/>
          <p:cNvSpPr>
            <a:spLocks noGrp="1"/>
          </p:cNvSpPr>
          <p:nvPr>
            <p:ph type="sldImg"/>
          </p:nvPr>
        </p:nvSpPr>
        <p:spPr>
          <a:xfrm>
            <a:off x="4038480" y="857160"/>
            <a:ext cx="4114080" cy="2313720"/>
          </a:xfrm>
          <a:prstGeom prst="rect">
            <a:avLst/>
          </a:prstGeom>
          <a:ln w="0">
            <a:noFill/>
          </a:ln>
        </p:spPr>
      </p:sp>
      <p:sp>
        <p:nvSpPr>
          <p:cNvPr id="275" name="PlaceHolder 2"/>
          <p:cNvSpPr>
            <a:spLocks noGrp="1"/>
          </p:cNvSpPr>
          <p:nvPr>
            <p:ph type="body"/>
          </p:nvPr>
        </p:nvSpPr>
        <p:spPr>
          <a:xfrm>
            <a:off x="1219320" y="3300480"/>
            <a:ext cx="9752760" cy="2699640"/>
          </a:xfrm>
          <a:prstGeom prst="rect">
            <a:avLst/>
          </a:prstGeom>
          <a:noFill/>
          <a:ln w="0">
            <a:noFill/>
          </a:ln>
        </p:spPr>
        <p:txBody>
          <a:bodyPr lIns="91440" tIns="45720" rIns="91440" bIns="45720" anchor="t">
            <a:noAutofit/>
          </a:bodyPr>
          <a:p>
            <a:pPr indent="0" algn="l">
              <a:buNone/>
            </a:pPr>
            <a:endParaRPr lang="en-IN" sz="1800" b="0" u="none" strike="noStrike">
              <a:solidFill>
                <a:srgbClr val="000000"/>
              </a:solidFill>
              <a:effectLst/>
              <a:uFillTx/>
              <a:latin typeface="Arial"/>
            </a:endParaRPr>
          </a:p>
        </p:txBody>
      </p:sp>
      <p:sp>
        <p:nvSpPr>
          <p:cNvPr id="276" name="PlaceHolder 3"/>
          <p:cNvSpPr>
            <a:spLocks noGrp="1"/>
          </p:cNvSpPr>
          <p:nvPr>
            <p:ph type="sldNum" idx="42"/>
          </p:nvPr>
        </p:nvSpPr>
        <p:spPr>
          <a:xfrm>
            <a:off x="6905520" y="6513480"/>
            <a:ext cx="5282640" cy="343800"/>
          </a:xfrm>
          <a:prstGeom prst="rect">
            <a:avLst/>
          </a:prstGeom>
          <a:noFill/>
          <a:ln w="0">
            <a:noFill/>
          </a:ln>
        </p:spPr>
        <p:txBody>
          <a:bodyPr lIns="91440" tIns="45720" rIns="91440" bIns="45720" anchor="b">
            <a:noAutofit/>
          </a:bodyPr>
          <a:lstStyle>
            <a:lvl1pPr indent="0" algn="r">
              <a:lnSpc>
                <a:spcPct val="100000"/>
              </a:lnSpc>
              <a:buNone/>
              <a:tabLst>
                <a:tab pos="0" algn="l"/>
              </a:tabLst>
              <a:defRPr lang="en-IN" sz="1200" b="0" u="none" strike="noStrike">
                <a:solidFill>
                  <a:srgbClr val="000000"/>
                </a:solidFill>
                <a:effectLst/>
                <a:uFillTx/>
                <a:latin typeface="Times New Roman"/>
              </a:defRPr>
            </a:lvl1pPr>
          </a:lstStyle>
          <a:p>
            <a:pPr indent="0" algn="r">
              <a:lnSpc>
                <a:spcPct val="100000"/>
              </a:lnSpc>
              <a:buNone/>
              <a:tabLst>
                <a:tab pos="0" algn="l"/>
              </a:tabLst>
            </a:pPr>
            <a:fld id="{EE2FE0B8-1065-409D-BDCB-EBFC5B679C71}" type="slidenum">
              <a:rPr lang="en-IN" sz="1200" b="0" u="none" strike="noStrike">
                <a:solidFill>
                  <a:srgbClr val="000000"/>
                </a:solidFill>
                <a:effectLst/>
                <a:uFillTx/>
                <a:latin typeface="Times New Roman"/>
              </a:rPr>
              <a:t>&lt;number&gt;</a:t>
            </a:fld>
            <a:endParaRPr lang="en-IN" sz="1200" b="0" u="none" strike="noStrike">
              <a:solidFill>
                <a:srgbClr val="000000"/>
              </a:solidFill>
              <a:effectLst/>
              <a:uFillTx/>
              <a:latin typeface="Times New Roman"/>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7" name="PlaceHolder 1"/>
          <p:cNvSpPr>
            <a:spLocks noGrp="1"/>
          </p:cNvSpPr>
          <p:nvPr>
            <p:ph type="sldImg"/>
          </p:nvPr>
        </p:nvSpPr>
        <p:spPr>
          <a:xfrm>
            <a:off x="4038480" y="857160"/>
            <a:ext cx="4114080" cy="2313720"/>
          </a:xfrm>
          <a:prstGeom prst="rect">
            <a:avLst/>
          </a:prstGeom>
          <a:ln w="0">
            <a:noFill/>
          </a:ln>
        </p:spPr>
      </p:sp>
      <p:sp>
        <p:nvSpPr>
          <p:cNvPr id="278" name="PlaceHolder 2"/>
          <p:cNvSpPr>
            <a:spLocks noGrp="1"/>
          </p:cNvSpPr>
          <p:nvPr>
            <p:ph type="body"/>
          </p:nvPr>
        </p:nvSpPr>
        <p:spPr>
          <a:xfrm>
            <a:off x="1219320" y="3300480"/>
            <a:ext cx="9752760" cy="2699640"/>
          </a:xfrm>
          <a:prstGeom prst="rect">
            <a:avLst/>
          </a:prstGeom>
          <a:noFill/>
          <a:ln w="0">
            <a:noFill/>
          </a:ln>
        </p:spPr>
        <p:txBody>
          <a:bodyPr lIns="91440" tIns="45720" rIns="91440" bIns="45720" anchor="t">
            <a:noAutofit/>
          </a:bodyPr>
          <a:p>
            <a:pPr indent="0" algn="l">
              <a:buNone/>
            </a:pPr>
            <a:endParaRPr lang="en-IN" sz="1800" b="0" u="none" strike="noStrike">
              <a:solidFill>
                <a:srgbClr val="000000"/>
              </a:solidFill>
              <a:effectLst/>
              <a:uFillTx/>
              <a:latin typeface="Arial"/>
            </a:endParaRPr>
          </a:p>
        </p:txBody>
      </p:sp>
      <p:sp>
        <p:nvSpPr>
          <p:cNvPr id="279" name="PlaceHolder 3"/>
          <p:cNvSpPr>
            <a:spLocks noGrp="1"/>
          </p:cNvSpPr>
          <p:nvPr>
            <p:ph type="sldNum" idx="43"/>
          </p:nvPr>
        </p:nvSpPr>
        <p:spPr>
          <a:xfrm>
            <a:off x="6905520" y="6513480"/>
            <a:ext cx="5282640" cy="343800"/>
          </a:xfrm>
          <a:prstGeom prst="rect">
            <a:avLst/>
          </a:prstGeom>
          <a:noFill/>
          <a:ln w="0">
            <a:noFill/>
          </a:ln>
        </p:spPr>
        <p:txBody>
          <a:bodyPr lIns="91440" tIns="45720" rIns="91440" bIns="45720" anchor="b">
            <a:noAutofit/>
          </a:bodyPr>
          <a:lstStyle>
            <a:lvl1pPr indent="0" algn="r">
              <a:lnSpc>
                <a:spcPct val="100000"/>
              </a:lnSpc>
              <a:buNone/>
              <a:tabLst>
                <a:tab pos="0" algn="l"/>
              </a:tabLst>
              <a:defRPr lang="en-IN" sz="1200" b="0" u="none" strike="noStrike">
                <a:solidFill>
                  <a:srgbClr val="000000"/>
                </a:solidFill>
                <a:effectLst/>
                <a:uFillTx/>
                <a:latin typeface="Times New Roman"/>
              </a:defRPr>
            </a:lvl1pPr>
          </a:lstStyle>
          <a:p>
            <a:pPr indent="0" algn="r">
              <a:lnSpc>
                <a:spcPct val="100000"/>
              </a:lnSpc>
              <a:buNone/>
              <a:tabLst>
                <a:tab pos="0" algn="l"/>
              </a:tabLst>
            </a:pPr>
            <a:fld id="{837ACC94-DE23-4F08-89C4-88ECE58CB0E3}" type="slidenum">
              <a:rPr lang="en-IN" sz="1200" b="0" u="none" strike="noStrike">
                <a:solidFill>
                  <a:srgbClr val="000000"/>
                </a:solidFill>
                <a:effectLst/>
                <a:uFillTx/>
                <a:latin typeface="Times New Roman"/>
              </a:rPr>
              <a:t>&lt;number&gt;</a:t>
            </a:fld>
            <a:endParaRPr lang="en-IN" sz="1200" b="0" u="none" strike="noStrike">
              <a:solidFill>
                <a:srgbClr val="000000"/>
              </a:solidFill>
              <a:effectLst/>
              <a:uFillTx/>
              <a:latin typeface="Times New Roman"/>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0" name="PlaceHolder 1"/>
          <p:cNvSpPr>
            <a:spLocks noGrp="1"/>
          </p:cNvSpPr>
          <p:nvPr>
            <p:ph type="sldImg"/>
          </p:nvPr>
        </p:nvSpPr>
        <p:spPr>
          <a:xfrm>
            <a:off x="4038480" y="857160"/>
            <a:ext cx="4114080" cy="2313720"/>
          </a:xfrm>
          <a:prstGeom prst="rect">
            <a:avLst/>
          </a:prstGeom>
          <a:ln w="0">
            <a:noFill/>
          </a:ln>
        </p:spPr>
      </p:sp>
      <p:sp>
        <p:nvSpPr>
          <p:cNvPr id="281" name="PlaceHolder 2"/>
          <p:cNvSpPr>
            <a:spLocks noGrp="1"/>
          </p:cNvSpPr>
          <p:nvPr>
            <p:ph type="body"/>
          </p:nvPr>
        </p:nvSpPr>
        <p:spPr>
          <a:xfrm>
            <a:off x="1219320" y="3300480"/>
            <a:ext cx="9752760" cy="2699640"/>
          </a:xfrm>
          <a:prstGeom prst="rect">
            <a:avLst/>
          </a:prstGeom>
          <a:noFill/>
          <a:ln w="0">
            <a:noFill/>
          </a:ln>
        </p:spPr>
        <p:txBody>
          <a:bodyPr lIns="91440" tIns="45720" rIns="91440" bIns="45720" anchor="t">
            <a:noAutofit/>
          </a:bodyPr>
          <a:p>
            <a:pPr indent="0" algn="l">
              <a:buNone/>
            </a:pPr>
            <a:endParaRPr lang="en-IN" sz="1800" b="0" u="none" strike="noStrike">
              <a:solidFill>
                <a:srgbClr val="000000"/>
              </a:solidFill>
              <a:effectLst/>
              <a:uFillTx/>
              <a:latin typeface="Arial"/>
            </a:endParaRPr>
          </a:p>
        </p:txBody>
      </p:sp>
      <p:sp>
        <p:nvSpPr>
          <p:cNvPr id="282" name="PlaceHolder 3"/>
          <p:cNvSpPr>
            <a:spLocks noGrp="1"/>
          </p:cNvSpPr>
          <p:nvPr>
            <p:ph type="sldNum" idx="44"/>
          </p:nvPr>
        </p:nvSpPr>
        <p:spPr>
          <a:xfrm>
            <a:off x="6905520" y="6513480"/>
            <a:ext cx="5282640" cy="343800"/>
          </a:xfrm>
          <a:prstGeom prst="rect">
            <a:avLst/>
          </a:prstGeom>
          <a:noFill/>
          <a:ln w="0">
            <a:noFill/>
          </a:ln>
        </p:spPr>
        <p:txBody>
          <a:bodyPr lIns="91440" tIns="45720" rIns="91440" bIns="45720" anchor="b">
            <a:noAutofit/>
          </a:bodyPr>
          <a:lstStyle>
            <a:lvl1pPr indent="0" algn="r">
              <a:lnSpc>
                <a:spcPct val="100000"/>
              </a:lnSpc>
              <a:buNone/>
              <a:tabLst>
                <a:tab pos="0" algn="l"/>
              </a:tabLst>
              <a:defRPr lang="en-IN" sz="1200" b="0" u="none" strike="noStrike">
                <a:solidFill>
                  <a:srgbClr val="000000"/>
                </a:solidFill>
                <a:effectLst/>
                <a:uFillTx/>
                <a:latin typeface="Times New Roman"/>
              </a:defRPr>
            </a:lvl1pPr>
          </a:lstStyle>
          <a:p>
            <a:pPr indent="0" algn="r">
              <a:lnSpc>
                <a:spcPct val="100000"/>
              </a:lnSpc>
              <a:buNone/>
              <a:tabLst>
                <a:tab pos="0" algn="l"/>
              </a:tabLst>
            </a:pPr>
            <a:fld id="{ACC51E60-58C5-44AF-A70D-53498FC1DC04}" type="slidenum">
              <a:rPr lang="en-IN" sz="1200" b="0" u="none" strike="noStrike">
                <a:solidFill>
                  <a:srgbClr val="000000"/>
                </a:solidFill>
                <a:effectLst/>
                <a:uFillTx/>
                <a:latin typeface="Times New Roman"/>
              </a:rPr>
              <a:t>&lt;number&gt;</a:t>
            </a:fld>
            <a:endParaRPr lang="en-IN" sz="1200" b="0" u="none" strike="noStrike">
              <a:solidFill>
                <a:srgbClr val="000000"/>
              </a:solidFill>
              <a:effectLst/>
              <a:uFillTx/>
              <a:latin typeface="Times New Roman"/>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3" name="PlaceHolder 1"/>
          <p:cNvSpPr>
            <a:spLocks noGrp="1"/>
          </p:cNvSpPr>
          <p:nvPr>
            <p:ph type="sldImg"/>
          </p:nvPr>
        </p:nvSpPr>
        <p:spPr>
          <a:xfrm>
            <a:off x="4038480" y="857160"/>
            <a:ext cx="4114080" cy="2313720"/>
          </a:xfrm>
          <a:prstGeom prst="rect">
            <a:avLst/>
          </a:prstGeom>
          <a:ln w="0">
            <a:noFill/>
          </a:ln>
        </p:spPr>
      </p:sp>
      <p:sp>
        <p:nvSpPr>
          <p:cNvPr id="284" name="PlaceHolder 2"/>
          <p:cNvSpPr>
            <a:spLocks noGrp="1"/>
          </p:cNvSpPr>
          <p:nvPr>
            <p:ph type="body"/>
          </p:nvPr>
        </p:nvSpPr>
        <p:spPr>
          <a:xfrm>
            <a:off x="1219320" y="3300480"/>
            <a:ext cx="9752760" cy="2699640"/>
          </a:xfrm>
          <a:prstGeom prst="rect">
            <a:avLst/>
          </a:prstGeom>
          <a:noFill/>
          <a:ln w="0">
            <a:noFill/>
          </a:ln>
        </p:spPr>
        <p:txBody>
          <a:bodyPr lIns="91440" tIns="45720" rIns="91440" bIns="45720" anchor="t">
            <a:noAutofit/>
          </a:bodyPr>
          <a:p>
            <a:pPr indent="0" algn="l">
              <a:buNone/>
            </a:pPr>
            <a:endParaRPr lang="en-IN" sz="1800" b="0" u="none" strike="noStrike">
              <a:solidFill>
                <a:srgbClr val="000000"/>
              </a:solidFill>
              <a:effectLst/>
              <a:uFillTx/>
              <a:latin typeface="Arial"/>
            </a:endParaRPr>
          </a:p>
        </p:txBody>
      </p:sp>
      <p:sp>
        <p:nvSpPr>
          <p:cNvPr id="285" name="PlaceHolder 3"/>
          <p:cNvSpPr>
            <a:spLocks noGrp="1"/>
          </p:cNvSpPr>
          <p:nvPr>
            <p:ph type="sldNum" idx="45"/>
          </p:nvPr>
        </p:nvSpPr>
        <p:spPr>
          <a:xfrm>
            <a:off x="6905520" y="6513480"/>
            <a:ext cx="5282640" cy="343800"/>
          </a:xfrm>
          <a:prstGeom prst="rect">
            <a:avLst/>
          </a:prstGeom>
          <a:noFill/>
          <a:ln w="0">
            <a:noFill/>
          </a:ln>
        </p:spPr>
        <p:txBody>
          <a:bodyPr lIns="91440" tIns="45720" rIns="91440" bIns="45720" anchor="b">
            <a:noAutofit/>
          </a:bodyPr>
          <a:lstStyle>
            <a:lvl1pPr indent="0" algn="r">
              <a:lnSpc>
                <a:spcPct val="100000"/>
              </a:lnSpc>
              <a:buNone/>
              <a:tabLst>
                <a:tab pos="0" algn="l"/>
              </a:tabLst>
              <a:defRPr lang="en-IN" sz="1200" b="0" u="none" strike="noStrike">
                <a:solidFill>
                  <a:srgbClr val="000000"/>
                </a:solidFill>
                <a:effectLst/>
                <a:uFillTx/>
                <a:latin typeface="Times New Roman"/>
              </a:defRPr>
            </a:lvl1pPr>
          </a:lstStyle>
          <a:p>
            <a:pPr indent="0" algn="r">
              <a:lnSpc>
                <a:spcPct val="100000"/>
              </a:lnSpc>
              <a:buNone/>
              <a:tabLst>
                <a:tab pos="0" algn="l"/>
              </a:tabLst>
            </a:pPr>
            <a:fld id="{6C84291D-E2D8-4BD4-9BC5-4F0F5CC9D34D}" type="slidenum">
              <a:rPr lang="en-IN" sz="1200" b="0" u="none" strike="noStrike">
                <a:solidFill>
                  <a:srgbClr val="000000"/>
                </a:solidFill>
                <a:effectLst/>
                <a:uFillTx/>
                <a:latin typeface="Times New Roman"/>
              </a:rPr>
              <a:t>&lt;number&gt;</a:t>
            </a:fld>
            <a:endParaRPr lang="en-IN" sz="1200" b="0" u="none" strike="noStrike">
              <a:solidFill>
                <a:srgbClr val="000000"/>
              </a:solidFill>
              <a:effectLst/>
              <a:uFillTx/>
              <a:latin typeface="Times New Roman"/>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6" name="PlaceHolder 1"/>
          <p:cNvSpPr>
            <a:spLocks noGrp="1"/>
          </p:cNvSpPr>
          <p:nvPr>
            <p:ph type="sldImg"/>
          </p:nvPr>
        </p:nvSpPr>
        <p:spPr>
          <a:xfrm>
            <a:off x="4038480" y="857160"/>
            <a:ext cx="4114080" cy="2313720"/>
          </a:xfrm>
          <a:prstGeom prst="rect">
            <a:avLst/>
          </a:prstGeom>
          <a:ln w="0">
            <a:noFill/>
          </a:ln>
        </p:spPr>
      </p:sp>
      <p:sp>
        <p:nvSpPr>
          <p:cNvPr id="287" name="PlaceHolder 2"/>
          <p:cNvSpPr>
            <a:spLocks noGrp="1"/>
          </p:cNvSpPr>
          <p:nvPr>
            <p:ph type="body"/>
          </p:nvPr>
        </p:nvSpPr>
        <p:spPr>
          <a:xfrm>
            <a:off x="1219320" y="3300480"/>
            <a:ext cx="9752760" cy="2699640"/>
          </a:xfrm>
          <a:prstGeom prst="rect">
            <a:avLst/>
          </a:prstGeom>
          <a:noFill/>
          <a:ln w="0">
            <a:noFill/>
          </a:ln>
        </p:spPr>
        <p:txBody>
          <a:bodyPr lIns="91440" tIns="45720" rIns="91440" bIns="45720" anchor="t">
            <a:noAutofit/>
          </a:bodyPr>
          <a:p>
            <a:pPr indent="0" algn="l">
              <a:buNone/>
            </a:pPr>
            <a:endParaRPr lang="en-IN" sz="1800" b="0" u="none" strike="noStrike">
              <a:solidFill>
                <a:srgbClr val="000000"/>
              </a:solidFill>
              <a:effectLst/>
              <a:uFillTx/>
              <a:latin typeface="Arial"/>
            </a:endParaRPr>
          </a:p>
        </p:txBody>
      </p:sp>
      <p:sp>
        <p:nvSpPr>
          <p:cNvPr id="288" name="PlaceHolder 3"/>
          <p:cNvSpPr>
            <a:spLocks noGrp="1"/>
          </p:cNvSpPr>
          <p:nvPr>
            <p:ph type="sldNum" idx="46"/>
          </p:nvPr>
        </p:nvSpPr>
        <p:spPr>
          <a:xfrm>
            <a:off x="6905520" y="6513480"/>
            <a:ext cx="5282640" cy="343800"/>
          </a:xfrm>
          <a:prstGeom prst="rect">
            <a:avLst/>
          </a:prstGeom>
          <a:noFill/>
          <a:ln w="0">
            <a:noFill/>
          </a:ln>
        </p:spPr>
        <p:txBody>
          <a:bodyPr lIns="91440" tIns="45720" rIns="91440" bIns="45720" anchor="b">
            <a:noAutofit/>
          </a:bodyPr>
          <a:lstStyle>
            <a:lvl1pPr indent="0" algn="r">
              <a:lnSpc>
                <a:spcPct val="100000"/>
              </a:lnSpc>
              <a:buNone/>
              <a:tabLst>
                <a:tab pos="0" algn="l"/>
              </a:tabLst>
              <a:defRPr lang="en-IN" sz="1200" b="0" u="none" strike="noStrike">
                <a:solidFill>
                  <a:srgbClr val="000000"/>
                </a:solidFill>
                <a:effectLst/>
                <a:uFillTx/>
                <a:latin typeface="Times New Roman"/>
              </a:defRPr>
            </a:lvl1pPr>
          </a:lstStyle>
          <a:p>
            <a:pPr indent="0" algn="r">
              <a:lnSpc>
                <a:spcPct val="100000"/>
              </a:lnSpc>
              <a:buNone/>
              <a:tabLst>
                <a:tab pos="0" algn="l"/>
              </a:tabLst>
            </a:pPr>
            <a:fld id="{F94C8B47-A803-41C5-BFE3-CC8F29AF3527}" type="slidenum">
              <a:rPr lang="en-IN" sz="1200" b="0" u="none" strike="noStrike">
                <a:solidFill>
                  <a:srgbClr val="000000"/>
                </a:solidFill>
                <a:effectLst/>
                <a:uFillTx/>
                <a:latin typeface="Times New Roman"/>
              </a:rPr>
              <a:t>&lt;number&gt;</a:t>
            </a:fld>
            <a:endParaRPr lang="en-IN" sz="1200" b="0" u="none" strike="noStrike">
              <a:solidFill>
                <a:srgbClr val="000000"/>
              </a:solidFill>
              <a:effectLst/>
              <a:uFillTx/>
              <a:latin typeface="Times New Roman"/>
            </a:endParaRPr>
          </a:p>
        </p:txBody>
      </p:sp>
    </p:spTree>
  </p:cSld>
</p:notes>
</file>

<file path=ppt/notesSlides/notesSlide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9" name="PlaceHolder 1"/>
          <p:cNvSpPr>
            <a:spLocks noGrp="1"/>
          </p:cNvSpPr>
          <p:nvPr>
            <p:ph type="sldImg"/>
          </p:nvPr>
        </p:nvSpPr>
        <p:spPr>
          <a:xfrm>
            <a:off x="4038480" y="857160"/>
            <a:ext cx="4114080" cy="2313720"/>
          </a:xfrm>
          <a:prstGeom prst="rect">
            <a:avLst/>
          </a:prstGeom>
          <a:ln w="0">
            <a:noFill/>
          </a:ln>
        </p:spPr>
      </p:sp>
      <p:sp>
        <p:nvSpPr>
          <p:cNvPr id="290" name="PlaceHolder 2"/>
          <p:cNvSpPr>
            <a:spLocks noGrp="1"/>
          </p:cNvSpPr>
          <p:nvPr>
            <p:ph type="body"/>
          </p:nvPr>
        </p:nvSpPr>
        <p:spPr>
          <a:xfrm>
            <a:off x="1219320" y="3300480"/>
            <a:ext cx="9752760" cy="2699640"/>
          </a:xfrm>
          <a:prstGeom prst="rect">
            <a:avLst/>
          </a:prstGeom>
          <a:noFill/>
          <a:ln w="0">
            <a:noFill/>
          </a:ln>
        </p:spPr>
        <p:txBody>
          <a:bodyPr lIns="91440" tIns="45720" rIns="91440" bIns="45720" anchor="t">
            <a:noAutofit/>
          </a:bodyPr>
          <a:p>
            <a:pPr indent="0" algn="l">
              <a:buNone/>
            </a:pPr>
            <a:endParaRPr lang="en-IN" sz="1800" b="0" u="none" strike="noStrike">
              <a:solidFill>
                <a:srgbClr val="000000"/>
              </a:solidFill>
              <a:effectLst/>
              <a:uFillTx/>
              <a:latin typeface="Arial"/>
            </a:endParaRPr>
          </a:p>
        </p:txBody>
      </p:sp>
      <p:sp>
        <p:nvSpPr>
          <p:cNvPr id="291" name="PlaceHolder 3"/>
          <p:cNvSpPr>
            <a:spLocks noGrp="1"/>
          </p:cNvSpPr>
          <p:nvPr>
            <p:ph type="sldNum" idx="47"/>
          </p:nvPr>
        </p:nvSpPr>
        <p:spPr>
          <a:xfrm>
            <a:off x="6905520" y="6513480"/>
            <a:ext cx="5282640" cy="343800"/>
          </a:xfrm>
          <a:prstGeom prst="rect">
            <a:avLst/>
          </a:prstGeom>
          <a:noFill/>
          <a:ln w="0">
            <a:noFill/>
          </a:ln>
        </p:spPr>
        <p:txBody>
          <a:bodyPr lIns="91440" tIns="45720" rIns="91440" bIns="45720" anchor="b">
            <a:noAutofit/>
          </a:bodyPr>
          <a:lstStyle>
            <a:lvl1pPr indent="0" algn="r">
              <a:lnSpc>
                <a:spcPct val="100000"/>
              </a:lnSpc>
              <a:buNone/>
              <a:tabLst>
                <a:tab pos="0" algn="l"/>
              </a:tabLst>
              <a:defRPr lang="en-IN" sz="1200" b="0" u="none" strike="noStrike">
                <a:solidFill>
                  <a:srgbClr val="000000"/>
                </a:solidFill>
                <a:effectLst/>
                <a:uFillTx/>
                <a:latin typeface="Times New Roman"/>
              </a:defRPr>
            </a:lvl1pPr>
          </a:lstStyle>
          <a:p>
            <a:pPr indent="0" algn="r">
              <a:lnSpc>
                <a:spcPct val="100000"/>
              </a:lnSpc>
              <a:buNone/>
              <a:tabLst>
                <a:tab pos="0" algn="l"/>
              </a:tabLst>
            </a:pPr>
            <a:fld id="{B9764CE0-B051-4945-8C1A-2030ED6BCB22}" type="slidenum">
              <a:rPr lang="en-IN" sz="1200" b="0" u="none" strike="noStrike">
                <a:solidFill>
                  <a:srgbClr val="000000"/>
                </a:solidFill>
                <a:effectLst/>
                <a:uFillTx/>
                <a:latin typeface="Times New Roman"/>
              </a:rPr>
              <a:t>&lt;number&gt;</a:t>
            </a:fld>
            <a:endParaRPr lang="en-IN" sz="1200" b="0" u="none" strike="noStrike">
              <a:solidFill>
                <a:srgbClr val="000000"/>
              </a:solidFill>
              <a:effectLst/>
              <a:uFillTx/>
              <a:latin typeface="Times New Roman"/>
            </a:endParaRPr>
          </a:p>
        </p:txBody>
      </p:sp>
    </p:spTree>
  </p:cSld>
</p:notes>
</file>

<file path=ppt/notesSlides/notesSlide2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2" name="PlaceHolder 1"/>
          <p:cNvSpPr>
            <a:spLocks noGrp="1"/>
          </p:cNvSpPr>
          <p:nvPr>
            <p:ph type="sldImg"/>
          </p:nvPr>
        </p:nvSpPr>
        <p:spPr>
          <a:xfrm>
            <a:off x="4038480" y="857160"/>
            <a:ext cx="4114080" cy="2313720"/>
          </a:xfrm>
          <a:prstGeom prst="rect">
            <a:avLst/>
          </a:prstGeom>
          <a:ln w="0">
            <a:noFill/>
          </a:ln>
        </p:spPr>
      </p:sp>
      <p:sp>
        <p:nvSpPr>
          <p:cNvPr id="293" name="PlaceHolder 2"/>
          <p:cNvSpPr>
            <a:spLocks noGrp="1"/>
          </p:cNvSpPr>
          <p:nvPr>
            <p:ph type="body"/>
          </p:nvPr>
        </p:nvSpPr>
        <p:spPr>
          <a:xfrm>
            <a:off x="1219320" y="3300480"/>
            <a:ext cx="9752760" cy="2699640"/>
          </a:xfrm>
          <a:prstGeom prst="rect">
            <a:avLst/>
          </a:prstGeom>
          <a:noFill/>
          <a:ln w="0">
            <a:noFill/>
          </a:ln>
        </p:spPr>
        <p:txBody>
          <a:bodyPr lIns="91440" tIns="45720" rIns="91440" bIns="45720" anchor="t">
            <a:noAutofit/>
          </a:bodyPr>
          <a:p>
            <a:pPr indent="0" algn="l">
              <a:buNone/>
            </a:pPr>
            <a:endParaRPr lang="en-IN" sz="1800" b="0" u="none" strike="noStrike">
              <a:solidFill>
                <a:srgbClr val="000000"/>
              </a:solidFill>
              <a:effectLst/>
              <a:uFillTx/>
              <a:latin typeface="Arial"/>
            </a:endParaRPr>
          </a:p>
        </p:txBody>
      </p:sp>
      <p:sp>
        <p:nvSpPr>
          <p:cNvPr id="294" name="PlaceHolder 3"/>
          <p:cNvSpPr>
            <a:spLocks noGrp="1"/>
          </p:cNvSpPr>
          <p:nvPr>
            <p:ph type="sldNum" idx="48"/>
          </p:nvPr>
        </p:nvSpPr>
        <p:spPr>
          <a:xfrm>
            <a:off x="6905520" y="6513480"/>
            <a:ext cx="5282640" cy="343800"/>
          </a:xfrm>
          <a:prstGeom prst="rect">
            <a:avLst/>
          </a:prstGeom>
          <a:noFill/>
          <a:ln w="0">
            <a:noFill/>
          </a:ln>
        </p:spPr>
        <p:txBody>
          <a:bodyPr lIns="91440" tIns="45720" rIns="91440" bIns="45720" anchor="b">
            <a:noAutofit/>
          </a:bodyPr>
          <a:lstStyle>
            <a:lvl1pPr indent="0" algn="r">
              <a:lnSpc>
                <a:spcPct val="100000"/>
              </a:lnSpc>
              <a:buNone/>
              <a:tabLst>
                <a:tab pos="0" algn="l"/>
              </a:tabLst>
              <a:defRPr lang="en-IN" sz="1200" b="0" u="none" strike="noStrike">
                <a:solidFill>
                  <a:srgbClr val="000000"/>
                </a:solidFill>
                <a:effectLst/>
                <a:uFillTx/>
                <a:latin typeface="Times New Roman"/>
              </a:defRPr>
            </a:lvl1pPr>
          </a:lstStyle>
          <a:p>
            <a:pPr indent="0" algn="r">
              <a:lnSpc>
                <a:spcPct val="100000"/>
              </a:lnSpc>
              <a:buNone/>
              <a:tabLst>
                <a:tab pos="0" algn="l"/>
              </a:tabLst>
            </a:pPr>
            <a:fld id="{36A0D3B0-1C19-41EA-BCC1-F595BF282BF8}" type="slidenum">
              <a:rPr lang="en-IN" sz="1200" b="0" u="none" strike="noStrike">
                <a:solidFill>
                  <a:srgbClr val="000000"/>
                </a:solidFill>
                <a:effectLst/>
                <a:uFillTx/>
                <a:latin typeface="Times New Roman"/>
              </a:rPr>
              <a:t>&lt;number&gt;</a:t>
            </a:fld>
            <a:endParaRPr lang="en-IN" sz="1200" b="0" u="none" strike="noStrike">
              <a:solidFill>
                <a:srgbClr val="000000"/>
              </a:solidFill>
              <a:effectLst/>
              <a:uFillTx/>
              <a:latin typeface="Times New Roman"/>
            </a:endParaRPr>
          </a:p>
        </p:txBody>
      </p:sp>
    </p:spTree>
  </p:cSld>
</p:notes>
</file>

<file path=ppt/notesSlides/notesSlide2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5" name="PlaceHolder 1"/>
          <p:cNvSpPr>
            <a:spLocks noGrp="1"/>
          </p:cNvSpPr>
          <p:nvPr>
            <p:ph type="sldImg"/>
          </p:nvPr>
        </p:nvSpPr>
        <p:spPr>
          <a:xfrm>
            <a:off x="4038480" y="857160"/>
            <a:ext cx="4114080" cy="2313720"/>
          </a:xfrm>
          <a:prstGeom prst="rect">
            <a:avLst/>
          </a:prstGeom>
          <a:ln w="0">
            <a:noFill/>
          </a:ln>
        </p:spPr>
      </p:sp>
      <p:sp>
        <p:nvSpPr>
          <p:cNvPr id="296" name="PlaceHolder 2"/>
          <p:cNvSpPr>
            <a:spLocks noGrp="1"/>
          </p:cNvSpPr>
          <p:nvPr>
            <p:ph type="body"/>
          </p:nvPr>
        </p:nvSpPr>
        <p:spPr>
          <a:xfrm>
            <a:off x="1219320" y="3300480"/>
            <a:ext cx="9752760" cy="2699640"/>
          </a:xfrm>
          <a:prstGeom prst="rect">
            <a:avLst/>
          </a:prstGeom>
          <a:noFill/>
          <a:ln w="0">
            <a:noFill/>
          </a:ln>
        </p:spPr>
        <p:txBody>
          <a:bodyPr lIns="91440" tIns="45720" rIns="91440" bIns="45720" anchor="t">
            <a:noAutofit/>
          </a:bodyPr>
          <a:p>
            <a:pPr indent="0" algn="l">
              <a:buNone/>
            </a:pPr>
            <a:endParaRPr lang="en-IN" sz="1800" b="0" u="none" strike="noStrike">
              <a:solidFill>
                <a:srgbClr val="000000"/>
              </a:solidFill>
              <a:effectLst/>
              <a:uFillTx/>
              <a:latin typeface="Arial"/>
            </a:endParaRPr>
          </a:p>
        </p:txBody>
      </p:sp>
      <p:sp>
        <p:nvSpPr>
          <p:cNvPr id="297" name="PlaceHolder 3"/>
          <p:cNvSpPr>
            <a:spLocks noGrp="1"/>
          </p:cNvSpPr>
          <p:nvPr>
            <p:ph type="sldNum" idx="49"/>
          </p:nvPr>
        </p:nvSpPr>
        <p:spPr>
          <a:xfrm>
            <a:off x="6905520" y="6513480"/>
            <a:ext cx="5282640" cy="343800"/>
          </a:xfrm>
          <a:prstGeom prst="rect">
            <a:avLst/>
          </a:prstGeom>
          <a:noFill/>
          <a:ln w="0">
            <a:noFill/>
          </a:ln>
        </p:spPr>
        <p:txBody>
          <a:bodyPr lIns="91440" tIns="45720" rIns="91440" bIns="45720" anchor="b">
            <a:noAutofit/>
          </a:bodyPr>
          <a:lstStyle>
            <a:lvl1pPr indent="0" algn="r">
              <a:lnSpc>
                <a:spcPct val="100000"/>
              </a:lnSpc>
              <a:buNone/>
              <a:tabLst>
                <a:tab pos="0" algn="l"/>
              </a:tabLst>
              <a:defRPr lang="en-IN" sz="1200" b="0" u="none" strike="noStrike">
                <a:solidFill>
                  <a:srgbClr val="000000"/>
                </a:solidFill>
                <a:effectLst/>
                <a:uFillTx/>
                <a:latin typeface="Times New Roman"/>
              </a:defRPr>
            </a:lvl1pPr>
          </a:lstStyle>
          <a:p>
            <a:pPr indent="0" algn="r">
              <a:lnSpc>
                <a:spcPct val="100000"/>
              </a:lnSpc>
              <a:buNone/>
              <a:tabLst>
                <a:tab pos="0" algn="l"/>
              </a:tabLst>
            </a:pPr>
            <a:fld id="{473A1C0E-D3CF-4A42-BB52-27BAB413221A}" type="slidenum">
              <a:rPr lang="en-IN" sz="1200" b="0" u="none" strike="noStrike">
                <a:solidFill>
                  <a:srgbClr val="000000"/>
                </a:solidFill>
                <a:effectLst/>
                <a:uFillTx/>
                <a:latin typeface="Times New Roman"/>
              </a:rPr>
              <a:t>&lt;number&gt;</a:t>
            </a:fld>
            <a:endParaRPr lang="en-IN" sz="1200" b="0" u="none" strike="noStrike">
              <a:solidFill>
                <a:srgbClr val="000000"/>
              </a:solidFill>
              <a:effectLst/>
              <a:uFillTx/>
              <a:latin typeface="Times New Roman"/>
            </a:endParaRPr>
          </a:p>
        </p:txBody>
      </p:sp>
    </p:spTree>
  </p:cSld>
</p:notes>
</file>

<file path=ppt/notesSlides/notesSlide2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8" name="PlaceHolder 1"/>
          <p:cNvSpPr>
            <a:spLocks noGrp="1"/>
          </p:cNvSpPr>
          <p:nvPr>
            <p:ph type="sldImg"/>
          </p:nvPr>
        </p:nvSpPr>
        <p:spPr>
          <a:xfrm>
            <a:off x="4038480" y="857160"/>
            <a:ext cx="4114080" cy="2313720"/>
          </a:xfrm>
          <a:prstGeom prst="rect">
            <a:avLst/>
          </a:prstGeom>
          <a:ln w="0">
            <a:noFill/>
          </a:ln>
        </p:spPr>
      </p:sp>
      <p:sp>
        <p:nvSpPr>
          <p:cNvPr id="299" name="PlaceHolder 2"/>
          <p:cNvSpPr>
            <a:spLocks noGrp="1"/>
          </p:cNvSpPr>
          <p:nvPr>
            <p:ph type="body"/>
          </p:nvPr>
        </p:nvSpPr>
        <p:spPr>
          <a:xfrm>
            <a:off x="1219320" y="3300480"/>
            <a:ext cx="9752760" cy="2699640"/>
          </a:xfrm>
          <a:prstGeom prst="rect">
            <a:avLst/>
          </a:prstGeom>
          <a:noFill/>
          <a:ln w="0">
            <a:noFill/>
          </a:ln>
        </p:spPr>
        <p:txBody>
          <a:bodyPr lIns="91440" tIns="45720" rIns="91440" bIns="45720" anchor="t">
            <a:noAutofit/>
          </a:bodyPr>
          <a:p>
            <a:pPr indent="0" algn="l">
              <a:buNone/>
            </a:pPr>
            <a:endParaRPr lang="en-IN" sz="1800" b="0" u="none" strike="noStrike">
              <a:solidFill>
                <a:srgbClr val="000000"/>
              </a:solidFill>
              <a:effectLst/>
              <a:uFillTx/>
              <a:latin typeface="Arial"/>
            </a:endParaRPr>
          </a:p>
        </p:txBody>
      </p:sp>
      <p:sp>
        <p:nvSpPr>
          <p:cNvPr id="300" name="PlaceHolder 3"/>
          <p:cNvSpPr>
            <a:spLocks noGrp="1"/>
          </p:cNvSpPr>
          <p:nvPr>
            <p:ph type="sldNum" idx="50"/>
          </p:nvPr>
        </p:nvSpPr>
        <p:spPr>
          <a:xfrm>
            <a:off x="6905520" y="6513480"/>
            <a:ext cx="5282640" cy="343800"/>
          </a:xfrm>
          <a:prstGeom prst="rect">
            <a:avLst/>
          </a:prstGeom>
          <a:noFill/>
          <a:ln w="0">
            <a:noFill/>
          </a:ln>
        </p:spPr>
        <p:txBody>
          <a:bodyPr lIns="91440" tIns="45720" rIns="91440" bIns="45720" anchor="b">
            <a:noAutofit/>
          </a:bodyPr>
          <a:lstStyle>
            <a:lvl1pPr indent="0" algn="r">
              <a:lnSpc>
                <a:spcPct val="100000"/>
              </a:lnSpc>
              <a:buNone/>
              <a:tabLst>
                <a:tab pos="0" algn="l"/>
              </a:tabLst>
              <a:defRPr lang="en-IN" sz="1200" b="0" u="none" strike="noStrike">
                <a:solidFill>
                  <a:srgbClr val="000000"/>
                </a:solidFill>
                <a:effectLst/>
                <a:uFillTx/>
                <a:latin typeface="Times New Roman"/>
              </a:defRPr>
            </a:lvl1pPr>
          </a:lstStyle>
          <a:p>
            <a:pPr indent="0" algn="r">
              <a:lnSpc>
                <a:spcPct val="100000"/>
              </a:lnSpc>
              <a:buNone/>
              <a:tabLst>
                <a:tab pos="0" algn="l"/>
              </a:tabLst>
            </a:pPr>
            <a:fld id="{75768AC5-DA23-4E72-8A8F-4DC3F9D11BD7}" type="slidenum">
              <a:rPr lang="en-IN" sz="1200" b="0" u="none" strike="noStrike">
                <a:solidFill>
                  <a:srgbClr val="000000"/>
                </a:solidFill>
                <a:effectLst/>
                <a:uFillTx/>
                <a:latin typeface="Times New Roman"/>
              </a:rPr>
              <a:t>&lt;number&gt;</a:t>
            </a:fld>
            <a:endParaRPr lang="en-IN" sz="1200" b="0" u="none" strike="noStrike">
              <a:solidFill>
                <a:srgbClr val="000000"/>
              </a:solidFill>
              <a:effectLst/>
              <a:uFillTx/>
              <a:latin typeface="Times New Roman"/>
            </a:endParaRPr>
          </a:p>
        </p:txBody>
      </p:sp>
    </p:spTree>
  </p:cSld>
</p:notes>
</file>

<file path=ppt/notesSlides/notesSlide2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1" name="PlaceHolder 1"/>
          <p:cNvSpPr>
            <a:spLocks noGrp="1"/>
          </p:cNvSpPr>
          <p:nvPr>
            <p:ph type="sldImg"/>
          </p:nvPr>
        </p:nvSpPr>
        <p:spPr>
          <a:xfrm>
            <a:off x="4038480" y="857160"/>
            <a:ext cx="4114080" cy="2313720"/>
          </a:xfrm>
          <a:prstGeom prst="rect">
            <a:avLst/>
          </a:prstGeom>
          <a:ln w="0">
            <a:noFill/>
          </a:ln>
        </p:spPr>
      </p:sp>
      <p:sp>
        <p:nvSpPr>
          <p:cNvPr id="302" name="PlaceHolder 2"/>
          <p:cNvSpPr>
            <a:spLocks noGrp="1"/>
          </p:cNvSpPr>
          <p:nvPr>
            <p:ph type="body"/>
          </p:nvPr>
        </p:nvSpPr>
        <p:spPr>
          <a:xfrm>
            <a:off x="1219320" y="3300480"/>
            <a:ext cx="9752760" cy="2699640"/>
          </a:xfrm>
          <a:prstGeom prst="rect">
            <a:avLst/>
          </a:prstGeom>
          <a:noFill/>
          <a:ln w="0">
            <a:noFill/>
          </a:ln>
        </p:spPr>
        <p:txBody>
          <a:bodyPr lIns="91440" tIns="45720" rIns="91440" bIns="45720" anchor="t">
            <a:noAutofit/>
          </a:bodyPr>
          <a:p>
            <a:pPr indent="0" algn="l">
              <a:buNone/>
            </a:pPr>
            <a:endParaRPr lang="en-IN" sz="1800" b="0" u="none" strike="noStrike">
              <a:solidFill>
                <a:srgbClr val="000000"/>
              </a:solidFill>
              <a:effectLst/>
              <a:uFillTx/>
              <a:latin typeface="Arial"/>
            </a:endParaRPr>
          </a:p>
        </p:txBody>
      </p:sp>
      <p:sp>
        <p:nvSpPr>
          <p:cNvPr id="303" name="PlaceHolder 3"/>
          <p:cNvSpPr>
            <a:spLocks noGrp="1"/>
          </p:cNvSpPr>
          <p:nvPr>
            <p:ph type="sldNum" idx="51"/>
          </p:nvPr>
        </p:nvSpPr>
        <p:spPr>
          <a:xfrm>
            <a:off x="6905520" y="6513480"/>
            <a:ext cx="5282640" cy="343800"/>
          </a:xfrm>
          <a:prstGeom prst="rect">
            <a:avLst/>
          </a:prstGeom>
          <a:noFill/>
          <a:ln w="0">
            <a:noFill/>
          </a:ln>
        </p:spPr>
        <p:txBody>
          <a:bodyPr lIns="91440" tIns="45720" rIns="91440" bIns="45720" anchor="b">
            <a:noAutofit/>
          </a:bodyPr>
          <a:lstStyle>
            <a:lvl1pPr indent="0" algn="r">
              <a:lnSpc>
                <a:spcPct val="100000"/>
              </a:lnSpc>
              <a:buNone/>
              <a:tabLst>
                <a:tab pos="0" algn="l"/>
              </a:tabLst>
              <a:defRPr lang="en-IN" sz="1200" b="0" u="none" strike="noStrike">
                <a:solidFill>
                  <a:srgbClr val="000000"/>
                </a:solidFill>
                <a:effectLst/>
                <a:uFillTx/>
                <a:latin typeface="Times New Roman"/>
              </a:defRPr>
            </a:lvl1pPr>
          </a:lstStyle>
          <a:p>
            <a:pPr indent="0" algn="r">
              <a:lnSpc>
                <a:spcPct val="100000"/>
              </a:lnSpc>
              <a:buNone/>
              <a:tabLst>
                <a:tab pos="0" algn="l"/>
              </a:tabLst>
            </a:pPr>
            <a:fld id="{E99F1801-CA3C-4927-8103-91CB45CEEE3C}" type="slidenum">
              <a:rPr lang="en-IN" sz="1200" b="0" u="none" strike="noStrike">
                <a:solidFill>
                  <a:srgbClr val="000000"/>
                </a:solidFill>
                <a:effectLst/>
                <a:uFillTx/>
                <a:latin typeface="Times New Roman"/>
              </a:rPr>
              <a:t>&lt;number&gt;</a:t>
            </a:fld>
            <a:endParaRPr lang="en-IN" sz="1200" b="0" u="none" strike="noStrike">
              <a:solidFill>
                <a:srgbClr val="000000"/>
              </a:solidFill>
              <a:effectLst/>
              <a:uFillTx/>
              <a:latin typeface="Times New Roman"/>
            </a:endParaRPr>
          </a:p>
        </p:txBody>
      </p:sp>
    </p:spTree>
  </p:cSld>
</p:notes>
</file>

<file path=ppt/notesSlides/notesSlide2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4" name="PlaceHolder 1"/>
          <p:cNvSpPr>
            <a:spLocks noGrp="1"/>
          </p:cNvSpPr>
          <p:nvPr>
            <p:ph type="sldImg"/>
          </p:nvPr>
        </p:nvSpPr>
        <p:spPr>
          <a:xfrm>
            <a:off x="4038480" y="857160"/>
            <a:ext cx="4114080" cy="2313720"/>
          </a:xfrm>
          <a:prstGeom prst="rect">
            <a:avLst/>
          </a:prstGeom>
          <a:ln w="0">
            <a:noFill/>
          </a:ln>
        </p:spPr>
      </p:sp>
      <p:sp>
        <p:nvSpPr>
          <p:cNvPr id="305" name="PlaceHolder 2"/>
          <p:cNvSpPr>
            <a:spLocks noGrp="1"/>
          </p:cNvSpPr>
          <p:nvPr>
            <p:ph type="body"/>
          </p:nvPr>
        </p:nvSpPr>
        <p:spPr>
          <a:xfrm>
            <a:off x="1219320" y="3300480"/>
            <a:ext cx="9752760" cy="2699640"/>
          </a:xfrm>
          <a:prstGeom prst="rect">
            <a:avLst/>
          </a:prstGeom>
          <a:noFill/>
          <a:ln w="0">
            <a:noFill/>
          </a:ln>
        </p:spPr>
        <p:txBody>
          <a:bodyPr lIns="91440" tIns="45720" rIns="91440" bIns="45720" anchor="t">
            <a:noAutofit/>
          </a:bodyPr>
          <a:p>
            <a:pPr indent="0" algn="l">
              <a:buNone/>
            </a:pPr>
            <a:endParaRPr lang="en-IN" sz="1800" b="0" u="none" strike="noStrike">
              <a:solidFill>
                <a:srgbClr val="000000"/>
              </a:solidFill>
              <a:effectLst/>
              <a:uFillTx/>
              <a:latin typeface="Arial"/>
            </a:endParaRPr>
          </a:p>
        </p:txBody>
      </p:sp>
      <p:sp>
        <p:nvSpPr>
          <p:cNvPr id="306" name="PlaceHolder 3"/>
          <p:cNvSpPr>
            <a:spLocks noGrp="1"/>
          </p:cNvSpPr>
          <p:nvPr>
            <p:ph type="sldNum" idx="52"/>
          </p:nvPr>
        </p:nvSpPr>
        <p:spPr>
          <a:xfrm>
            <a:off x="6905520" y="6513480"/>
            <a:ext cx="5282640" cy="343800"/>
          </a:xfrm>
          <a:prstGeom prst="rect">
            <a:avLst/>
          </a:prstGeom>
          <a:noFill/>
          <a:ln w="0">
            <a:noFill/>
          </a:ln>
        </p:spPr>
        <p:txBody>
          <a:bodyPr lIns="91440" tIns="45720" rIns="91440" bIns="45720" anchor="b">
            <a:noAutofit/>
          </a:bodyPr>
          <a:lstStyle>
            <a:lvl1pPr indent="0" algn="r">
              <a:lnSpc>
                <a:spcPct val="100000"/>
              </a:lnSpc>
              <a:buNone/>
              <a:tabLst>
                <a:tab pos="0" algn="l"/>
              </a:tabLst>
              <a:defRPr lang="en-IN" sz="1200" b="0" u="none" strike="noStrike">
                <a:solidFill>
                  <a:srgbClr val="000000"/>
                </a:solidFill>
                <a:effectLst/>
                <a:uFillTx/>
                <a:latin typeface="Times New Roman"/>
              </a:defRPr>
            </a:lvl1pPr>
          </a:lstStyle>
          <a:p>
            <a:pPr indent="0" algn="r">
              <a:lnSpc>
                <a:spcPct val="100000"/>
              </a:lnSpc>
              <a:buNone/>
              <a:tabLst>
                <a:tab pos="0" algn="l"/>
              </a:tabLst>
            </a:pPr>
            <a:fld id="{B934D8EC-68F5-446F-98E0-7F87BBFB8BCC}" type="slidenum">
              <a:rPr lang="en-IN" sz="1200" b="0" u="none" strike="noStrike">
                <a:solidFill>
                  <a:srgbClr val="000000"/>
                </a:solidFill>
                <a:effectLst/>
                <a:uFillTx/>
                <a:latin typeface="Times New Roman"/>
              </a:rPr>
              <a:t>&lt;number&gt;</a:t>
            </a:fld>
            <a:endParaRPr lang="en-IN" sz="1200" b="0" u="none" strike="noStrik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Slide">
    <p:bg>
      <p:bgPr>
        <a:solidFill>
          <a:schemeClr val="lt1"/>
        </a:solidFill>
      </p:bgPr>
    </p:bg>
    <p:spTree>
      <p:nvGrpSpPr>
        <p:cNvPr id="1" name=""/>
        <p:cNvGrpSpPr/>
        <p:nvPr/>
      </p:nvGrpSpPr>
      <p:grpSpPr>
        <a:xfrm>
          <a:off x="0" y="0"/>
          <a:ext cx="0" cy="0"/>
          <a:chOff x="0" y="0"/>
          <a:chExt cx="0" cy="0"/>
        </a:xfrm>
      </p:grpSpPr>
      <p:sp>
        <p:nvSpPr>
          <p:cNvPr id="2" name="bg object 16"/>
          <p:cNvSpPr/>
          <p:nvPr/>
        </p:nvSpPr>
        <p:spPr>
          <a:xfrm>
            <a:off x="178920" y="151560"/>
            <a:ext cx="11779920" cy="6560280"/>
          </a:xfrm>
          <a:custGeom>
            <a:avLst/>
            <a:gdLst>
              <a:gd name="textAreaLeft" fmla="*/ 0 w 11779920"/>
              <a:gd name="textAreaRight" fmla="*/ 11780640 w 11779920"/>
              <a:gd name="textAreaTop" fmla="*/ 0 h 6560280"/>
              <a:gd name="textAreaBottom" fmla="*/ 6561000 h 6560280"/>
            </a:gdLst>
            <a:ahLst/>
            <a:cxnLst/>
            <a:rect l="textAreaLeft" t="textAreaTop" r="textAreaRight" b="textAreaBottom"/>
            <a:pathLst>
              <a:path w="11780520" h="6560820">
                <a:moveTo>
                  <a:pt x="0" y="6560820"/>
                </a:moveTo>
                <a:lnTo>
                  <a:pt x="11780520" y="6560820"/>
                </a:lnTo>
                <a:lnTo>
                  <a:pt x="11780520" y="0"/>
                </a:lnTo>
                <a:lnTo>
                  <a:pt x="0" y="0"/>
                </a:lnTo>
                <a:lnTo>
                  <a:pt x="0" y="6560820"/>
                </a:lnTo>
                <a:close/>
              </a:path>
            </a:pathLst>
          </a:custGeom>
          <a:noFill/>
          <a:ln w="28575">
            <a:solidFill>
              <a:srgbClr val="2D5395"/>
            </a:solidFill>
            <a:round/>
          </a:ln>
        </p:spPr>
        <p:style>
          <a:lnRef idx="0"/>
          <a:fillRef idx="0"/>
          <a:effectRef idx="0"/>
          <a:fontRef idx="minor"/>
        </p:style>
        <p:txBody>
          <a:bodyPr lIns="0" tIns="0" rIns="0" bIns="0" anchor="t">
            <a:noAutofit/>
          </a:bodyPr>
          <a:p>
            <a:endParaRPr lang="en-IN" sz="1800" b="0" u="none" strike="noStrike">
              <a:solidFill>
                <a:srgbClr val="000000"/>
              </a:solidFill>
              <a:effectLst/>
              <a:uFillTx/>
              <a:latin typeface="Arial"/>
            </a:endParaRPr>
          </a:p>
        </p:txBody>
      </p:sp>
      <p:sp>
        <p:nvSpPr>
          <p:cNvPr id="3" name="PlaceHolder 1"/>
          <p:cNvSpPr>
            <a:spLocks noGrp="1"/>
          </p:cNvSpPr>
          <p:nvPr>
            <p:ph type="title"/>
          </p:nvPr>
        </p:nvSpPr>
        <p:spPr>
          <a:xfrm>
            <a:off x="914400" y="2126160"/>
            <a:ext cx="10362600" cy="549000"/>
          </a:xfrm>
          <a:prstGeom prst="rect">
            <a:avLst/>
          </a:prstGeom>
          <a:noFill/>
          <a:ln w="0">
            <a:noFill/>
          </a:ln>
        </p:spPr>
        <p:txBody>
          <a:bodyPr lIns="0" tIns="0" rIns="0" bIns="0" anchor="t">
            <a:spAutoFit/>
          </a:bodyPr>
          <a:lstStyle>
            <a:lvl1pPr indent="0" algn="l">
              <a:lnSpc>
                <a:spcPct val="100000"/>
              </a:lnSpc>
              <a:buNone/>
              <a:tabLst>
                <a:tab pos="0" algn="l"/>
              </a:tabLst>
              <a:defRPr lang="en-IN" sz="3600" b="0" u="none" strike="noStrike">
                <a:solidFill>
                  <a:srgbClr val="000000"/>
                </a:solidFill>
                <a:effectLst/>
                <a:uFillTx/>
                <a:latin typeface="Calibri"/>
              </a:defRPr>
            </a:lvl1pPr>
          </a:lstStyle>
          <a:p>
            <a:pPr indent="0" algn="l">
              <a:lnSpc>
                <a:spcPct val="100000"/>
              </a:lnSpc>
              <a:buNone/>
              <a:tabLst>
                <a:tab pos="0" algn="l"/>
              </a:tabLst>
            </a:pPr>
            <a:r>
              <a:rPr lang="en-IN" sz="3600" b="0" u="none" strike="noStrike">
                <a:solidFill>
                  <a:srgbClr val="000000"/>
                </a:solidFill>
                <a:effectLst/>
                <a:uFillTx/>
                <a:latin typeface="Calibri"/>
              </a:rPr>
              <a:t>Click to </a:t>
            </a:r>
            <a:r>
              <a:rPr lang="en-IN" sz="3600" b="0" u="none" strike="noStrike">
                <a:solidFill>
                  <a:srgbClr val="000000"/>
                </a:solidFill>
                <a:effectLst/>
                <a:uFillTx/>
                <a:latin typeface="Calibri"/>
              </a:rPr>
              <a:t>edit the </a:t>
            </a:r>
            <a:r>
              <a:rPr lang="en-IN" sz="3600" b="0" u="none" strike="noStrike">
                <a:solidFill>
                  <a:srgbClr val="000000"/>
                </a:solidFill>
                <a:effectLst/>
                <a:uFillTx/>
                <a:latin typeface="Calibri"/>
              </a:rPr>
              <a:t>title text </a:t>
            </a:r>
            <a:r>
              <a:rPr lang="en-IN" sz="3600" b="0" u="none" strike="noStrike">
                <a:solidFill>
                  <a:srgbClr val="000000"/>
                </a:solidFill>
                <a:effectLst/>
                <a:uFillTx/>
                <a:latin typeface="Calibri"/>
              </a:rPr>
              <a:t>format</a:t>
            </a:r>
            <a:endParaRPr lang="en-IN" sz="3600" b="0" u="none" strike="noStrike">
              <a:solidFill>
                <a:srgbClr val="000000"/>
              </a:solidFill>
              <a:effectLst/>
              <a:uFillTx/>
              <a:latin typeface="Calibri"/>
            </a:endParaRPr>
          </a:p>
        </p:txBody>
      </p:sp>
      <p:sp>
        <p:nvSpPr>
          <p:cNvPr id="4" name="PlaceHolder 2"/>
          <p:cNvSpPr>
            <a:spLocks noGrp="1"/>
          </p:cNvSpPr>
          <p:nvPr>
            <p:ph type="ftr" idx="1"/>
          </p:nvPr>
        </p:nvSpPr>
        <p:spPr>
          <a:xfrm>
            <a:off x="4145400" y="6378120"/>
            <a:ext cx="3900600" cy="342360"/>
          </a:xfrm>
          <a:prstGeom prst="rect">
            <a:avLst/>
          </a:prstGeom>
          <a:noFill/>
          <a:ln w="0">
            <a:noFill/>
          </a:ln>
        </p:spPr>
        <p:txBody>
          <a:bodyPr lIns="0" tIns="0" rIns="0" bIns="0" anchor="t">
            <a:noAutofit/>
          </a:bodyPr>
          <a:lstStyle>
            <a:lvl1pPr indent="0" algn="ctr">
              <a:lnSpc>
                <a:spcPct val="100000"/>
              </a:lnSpc>
              <a:buNone/>
              <a:tabLst>
                <a:tab pos="0" algn="l"/>
              </a:tabLst>
              <a:defRPr lang="en-IN" sz="1400" b="0" u="none" strike="noStrike">
                <a:solidFill>
                  <a:srgbClr val="000000"/>
                </a:solidFill>
                <a:effectLst/>
                <a:uFillTx/>
                <a:latin typeface="Times New Roman"/>
              </a:defRPr>
            </a:lvl1pPr>
          </a:lstStyle>
          <a:p>
            <a:pPr indent="0" algn="ctr">
              <a:lnSpc>
                <a:spcPct val="100000"/>
              </a:lnSpc>
              <a:buNone/>
              <a:tabLst>
                <a:tab pos="0" algn="l"/>
              </a:tabLst>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5" name="PlaceHolder 3"/>
          <p:cNvSpPr>
            <a:spLocks noGrp="1"/>
          </p:cNvSpPr>
          <p:nvPr>
            <p:ph type="dt" idx="2"/>
          </p:nvPr>
        </p:nvSpPr>
        <p:spPr>
          <a:xfrm>
            <a:off x="609480" y="6378120"/>
            <a:ext cx="2803320" cy="342360"/>
          </a:xfrm>
          <a:prstGeom prst="rect">
            <a:avLst/>
          </a:prstGeom>
          <a:noFill/>
          <a:ln w="0">
            <a:noFill/>
          </a:ln>
        </p:spPr>
        <p:txBody>
          <a:bodyPr lIns="0" tIns="0" rIns="0" bIns="0" anchor="t">
            <a:noAutofit/>
          </a:bodyPr>
          <a:lstStyle>
            <a:lvl1pPr indent="0" algn="l">
              <a:lnSpc>
                <a:spcPct val="100000"/>
              </a:lnSpc>
              <a:buNone/>
              <a:tabLst>
                <a:tab pos="0" algn="l"/>
              </a:tabLst>
              <a:defRPr lang="en-US" sz="1400" b="0" u="none" strike="noStrike">
                <a:solidFill>
                  <a:schemeClr val="dk1">
                    <a:tint val="75000"/>
                  </a:schemeClr>
                </a:solidFill>
                <a:effectLst/>
                <a:uFillTx/>
                <a:latin typeface="Times New Roman"/>
              </a:defRPr>
            </a:lvl1pPr>
          </a:lstStyle>
          <a:p>
            <a:pPr indent="0" algn="l">
              <a:lnSpc>
                <a:spcPct val="100000"/>
              </a:lnSpc>
              <a:buNone/>
              <a:tabLst>
                <a:tab pos="0" algn="l"/>
              </a:tabLst>
            </a:pPr>
            <a:r>
              <a:rPr lang="en-US" sz="1400" b="0" u="none" strike="noStrike">
                <a:solidFill>
                  <a:schemeClr val="dk1">
                    <a:tint val="75000"/>
                  </a:schemeClr>
                </a:solidFill>
                <a:effectLst/>
                <a:uFillTx/>
                <a:latin typeface="Times New Roman"/>
              </a:rPr>
              <a:t>&lt;date/time&gt;</a:t>
            </a:r>
            <a:endParaRPr lang="en-IN" sz="1400" b="0" u="none" strike="noStrike">
              <a:solidFill>
                <a:srgbClr val="000000"/>
              </a:solidFill>
              <a:effectLst/>
              <a:uFillTx/>
              <a:latin typeface="Times New Roman"/>
            </a:endParaRPr>
          </a:p>
        </p:txBody>
      </p:sp>
      <p:sp>
        <p:nvSpPr>
          <p:cNvPr id="6" name="PlaceHolder 4"/>
          <p:cNvSpPr>
            <a:spLocks noGrp="1"/>
          </p:cNvSpPr>
          <p:nvPr>
            <p:ph type="sldNum" idx="3"/>
          </p:nvPr>
        </p:nvSpPr>
        <p:spPr>
          <a:xfrm>
            <a:off x="11436120" y="6359760"/>
            <a:ext cx="537840" cy="365760"/>
          </a:xfrm>
          <a:prstGeom prst="rect">
            <a:avLst/>
          </a:prstGeom>
          <a:noFill/>
          <a:ln w="0">
            <a:noFill/>
          </a:ln>
        </p:spPr>
        <p:txBody>
          <a:bodyPr lIns="0" tIns="0" rIns="0" bIns="0" anchor="t">
            <a:noAutofit/>
          </a:bodyPr>
          <a:lstStyle>
            <a:lvl1pPr marL="351720" indent="0" algn="l">
              <a:lnSpc>
                <a:spcPct val="100000"/>
              </a:lnSpc>
              <a:spcBef>
                <a:spcPts val="11"/>
              </a:spcBef>
              <a:buNone/>
              <a:tabLst>
                <a:tab pos="0" algn="l"/>
              </a:tabLst>
              <a:defRPr lang="en-IN" sz="1800" b="1" u="none" spc="-51" strike="noStrike">
                <a:solidFill>
                  <a:srgbClr val="2D5395"/>
                </a:solidFill>
                <a:effectLst/>
                <a:uFillTx/>
                <a:latin typeface="Cambria"/>
              </a:defRPr>
            </a:lvl1pPr>
          </a:lstStyle>
          <a:p>
            <a:pPr marL="351720" indent="0" algn="l">
              <a:lnSpc>
                <a:spcPct val="100000"/>
              </a:lnSpc>
              <a:spcBef>
                <a:spcPts val="11"/>
              </a:spcBef>
              <a:buNone/>
              <a:tabLst>
                <a:tab pos="0" algn="l"/>
              </a:tabLst>
            </a:pPr>
            <a:fld id="{991E0D3C-8571-4ED7-8966-A0E09EE7BEB5}" type="slidenum">
              <a:rPr lang="en-IN" sz="1800" b="1" u="none" spc="-51" strike="noStrike">
                <a:solidFill>
                  <a:srgbClr val="2D5395"/>
                </a:solidFill>
                <a:effectLst/>
                <a:uFillTx/>
                <a:latin typeface="Cambria"/>
              </a:rPr>
              <a:t>&lt;number&gt;</a:t>
            </a:fld>
            <a:endParaRPr lang="en-IN" sz="1800" b="0" u="none" strike="noStrike">
              <a:solidFill>
                <a:srgbClr val="000000"/>
              </a:solidFill>
              <a:effectLst/>
              <a:uFillTx/>
              <a:latin typeface="Times New Roman"/>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bg>
      <p:bgPr>
        <a:solidFill>
          <a:schemeClr val="lt1"/>
        </a:solidFill>
      </p:bgPr>
    </p:bg>
    <p:spTree>
      <p:nvGrpSpPr>
        <p:cNvPr id="1" name=""/>
        <p:cNvGrpSpPr/>
        <p:nvPr/>
      </p:nvGrpSpPr>
      <p:grpSpPr>
        <a:xfrm>
          <a:off x="0" y="0"/>
          <a:ext cx="0" cy="0"/>
          <a:chOff x="0" y="0"/>
          <a:chExt cx="0" cy="0"/>
        </a:xfrm>
      </p:grpSpPr>
      <p:sp>
        <p:nvSpPr>
          <p:cNvPr id="7" name="bg object 16" hidden="1"/>
          <p:cNvSpPr/>
          <p:nvPr/>
        </p:nvSpPr>
        <p:spPr>
          <a:xfrm>
            <a:off x="178920" y="151560"/>
            <a:ext cx="11779920" cy="6560280"/>
          </a:xfrm>
          <a:custGeom>
            <a:avLst/>
            <a:gdLst>
              <a:gd name="textAreaLeft" fmla="*/ 0 w 11779920"/>
              <a:gd name="textAreaRight" fmla="*/ 11780640 w 11779920"/>
              <a:gd name="textAreaTop" fmla="*/ 0 h 6560280"/>
              <a:gd name="textAreaBottom" fmla="*/ 6561000 h 6560280"/>
            </a:gdLst>
            <a:ahLst/>
            <a:cxnLst/>
            <a:rect l="textAreaLeft" t="textAreaTop" r="textAreaRight" b="textAreaBottom"/>
            <a:pathLst>
              <a:path w="11780520" h="6560820">
                <a:moveTo>
                  <a:pt x="0" y="6560820"/>
                </a:moveTo>
                <a:lnTo>
                  <a:pt x="11780520" y="6560820"/>
                </a:lnTo>
                <a:lnTo>
                  <a:pt x="11780520" y="0"/>
                </a:lnTo>
                <a:lnTo>
                  <a:pt x="0" y="0"/>
                </a:lnTo>
                <a:lnTo>
                  <a:pt x="0" y="6560820"/>
                </a:lnTo>
                <a:close/>
              </a:path>
            </a:pathLst>
          </a:custGeom>
          <a:noFill/>
          <a:ln w="28575">
            <a:solidFill>
              <a:srgbClr val="2D5395"/>
            </a:solidFill>
            <a:round/>
          </a:ln>
        </p:spPr>
        <p:style>
          <a:lnRef idx="0"/>
          <a:fillRef idx="0"/>
          <a:effectRef idx="0"/>
          <a:fontRef idx="minor"/>
        </p:style>
        <p:txBody>
          <a:bodyPr lIns="0" tIns="0" rIns="0" bIns="0" anchor="t">
            <a:noAutofit/>
          </a:bodyPr>
          <a:p>
            <a:endParaRPr lang="en-IN" sz="1800" b="0" u="none" strike="noStrike">
              <a:solidFill>
                <a:srgbClr val="000000"/>
              </a:solidFill>
              <a:effectLst/>
              <a:uFillTx/>
              <a:latin typeface="Arial"/>
            </a:endParaRPr>
          </a:p>
        </p:txBody>
      </p:sp>
      <p:sp>
        <p:nvSpPr>
          <p:cNvPr id="8" name="PlaceHolder 1"/>
          <p:cNvSpPr>
            <a:spLocks noGrp="1"/>
          </p:cNvSpPr>
          <p:nvPr>
            <p:ph type="title"/>
          </p:nvPr>
        </p:nvSpPr>
        <p:spPr>
          <a:xfrm>
            <a:off x="2418840" y="176400"/>
            <a:ext cx="7927920" cy="1074960"/>
          </a:xfrm>
          <a:prstGeom prst="rect">
            <a:avLst/>
          </a:prstGeom>
          <a:noFill/>
          <a:ln w="0">
            <a:noFill/>
          </a:ln>
        </p:spPr>
        <p:txBody>
          <a:bodyPr lIns="0" tIns="0" rIns="0" bIns="0" anchor="t">
            <a:noAutofit/>
          </a:bodyPr>
          <a:lstStyle>
            <a:lvl1pPr indent="0" algn="l">
              <a:lnSpc>
                <a:spcPct val="100000"/>
              </a:lnSpc>
              <a:buNone/>
              <a:tabLst>
                <a:tab pos="0" algn="l"/>
              </a:tabLst>
              <a:defRPr lang="en-IN" sz="3600" b="0" u="none" strike="noStrike">
                <a:solidFill>
                  <a:srgbClr val="000000"/>
                </a:solidFill>
                <a:effectLst/>
                <a:uFillTx/>
                <a:latin typeface="Calibri"/>
              </a:defRPr>
            </a:lvl1pPr>
          </a:lstStyle>
          <a:p>
            <a:pPr indent="0" algn="l">
              <a:lnSpc>
                <a:spcPct val="100000"/>
              </a:lnSpc>
              <a:buNone/>
              <a:tabLst>
                <a:tab pos="0" algn="l"/>
              </a:tabLst>
            </a:pPr>
            <a:r>
              <a:rPr lang="en-IN" sz="3600" b="0" u="none" strike="noStrike">
                <a:solidFill>
                  <a:srgbClr val="000000"/>
                </a:solidFill>
                <a:effectLst/>
                <a:uFillTx/>
                <a:latin typeface="Calibri"/>
              </a:rPr>
              <a:t>Click to </a:t>
            </a:r>
            <a:r>
              <a:rPr lang="en-IN" sz="3600" b="0" u="none" strike="noStrike">
                <a:solidFill>
                  <a:srgbClr val="000000"/>
                </a:solidFill>
                <a:effectLst/>
                <a:uFillTx/>
                <a:latin typeface="Calibri"/>
              </a:rPr>
              <a:t>edit the </a:t>
            </a:r>
            <a:r>
              <a:rPr lang="en-IN" sz="3600" b="0" u="none" strike="noStrike">
                <a:solidFill>
                  <a:srgbClr val="000000"/>
                </a:solidFill>
                <a:effectLst/>
                <a:uFillTx/>
                <a:latin typeface="Calibri"/>
              </a:rPr>
              <a:t>title text </a:t>
            </a:r>
            <a:r>
              <a:rPr lang="en-IN" sz="3600" b="0" u="none" strike="noStrike">
                <a:solidFill>
                  <a:srgbClr val="000000"/>
                </a:solidFill>
                <a:effectLst/>
                <a:uFillTx/>
                <a:latin typeface="Calibri"/>
              </a:rPr>
              <a:t>format</a:t>
            </a:r>
            <a:endParaRPr lang="en-IN" sz="3600" b="0" u="none" strike="noStrike">
              <a:solidFill>
                <a:srgbClr val="000000"/>
              </a:solidFill>
              <a:effectLst/>
              <a:uFillTx/>
              <a:latin typeface="Calibri"/>
            </a:endParaRPr>
          </a:p>
        </p:txBody>
      </p:sp>
      <p:sp>
        <p:nvSpPr>
          <p:cNvPr id="9" name="PlaceHolder 2"/>
          <p:cNvSpPr>
            <a:spLocks noGrp="1"/>
          </p:cNvSpPr>
          <p:nvPr>
            <p:ph type="body"/>
          </p:nvPr>
        </p:nvSpPr>
        <p:spPr>
          <a:xfrm>
            <a:off x="608040" y="1882440"/>
            <a:ext cx="10604880" cy="4140000"/>
          </a:xfrm>
          <a:prstGeom prst="rect">
            <a:avLst/>
          </a:prstGeom>
          <a:noFill/>
          <a:ln w="0">
            <a:noFill/>
          </a:ln>
        </p:spPr>
        <p:txBody>
          <a:bodyPr lIns="0" tIns="0" rIns="0" bIns="0" anchor="t">
            <a:noAutofit/>
          </a:bodyPr>
          <a:lstStyle>
            <a:lvl1pPr algn="l">
              <a:lnSpc>
                <a:spcPct val="100000"/>
              </a:lnSpc>
              <a:spcBef>
                <a:spcPts val="1417"/>
              </a:spcBef>
              <a:buClr>
                <a:srgbClr val="000000"/>
              </a:buClr>
              <a:buSzPct val="45000"/>
              <a:buFont typeface="Wingdings" charset="2"/>
              <a:buChar char=""/>
              <a:defRPr lang="en-IN" sz="1800" b="0" u="none" strike="noStrike">
                <a:solidFill>
                  <a:srgbClr val="000000"/>
                </a:solidFill>
                <a:effectLst/>
                <a:uFillTx/>
                <a:latin typeface="Calibri"/>
              </a:defRPr>
            </a:lvl1pPr>
            <a:lvl2pPr lvl="1" algn="l">
              <a:lnSpc>
                <a:spcPct val="100000"/>
              </a:lnSpc>
              <a:spcBef>
                <a:spcPts val="1134"/>
              </a:spcBef>
              <a:buClr>
                <a:srgbClr val="000000"/>
              </a:buClr>
              <a:buSzPct val="75000"/>
              <a:buFont typeface="Symbol" charset="2"/>
              <a:buChar char=""/>
              <a:defRPr lang="en-IN" sz="1800" b="0" u="none" strike="noStrike">
                <a:solidFill>
                  <a:srgbClr val="000000"/>
                </a:solidFill>
                <a:effectLst/>
                <a:uFillTx/>
                <a:latin typeface="Calibri"/>
              </a:defRPr>
            </a:lvl2pPr>
            <a:lvl3pPr lvl="2" algn="l">
              <a:lnSpc>
                <a:spcPct val="100000"/>
              </a:lnSpc>
              <a:spcBef>
                <a:spcPts val="850"/>
              </a:spcBef>
              <a:buClr>
                <a:srgbClr val="000000"/>
              </a:buClr>
              <a:buSzPct val="45000"/>
              <a:buFont typeface="Wingdings" charset="2"/>
              <a:buChar char=""/>
              <a:defRPr lang="en-IN" sz="1800" b="0" u="none" strike="noStrike">
                <a:solidFill>
                  <a:srgbClr val="000000"/>
                </a:solidFill>
                <a:effectLst/>
                <a:uFillTx/>
                <a:latin typeface="Calibri"/>
              </a:defRPr>
            </a:lvl3pPr>
            <a:lvl4pPr lvl="3" algn="l">
              <a:lnSpc>
                <a:spcPct val="100000"/>
              </a:lnSpc>
              <a:spcBef>
                <a:spcPts val="567"/>
              </a:spcBef>
              <a:buClr>
                <a:srgbClr val="000000"/>
              </a:buClr>
              <a:buSzPct val="75000"/>
              <a:buFont typeface="Symbol" charset="2"/>
              <a:buChar char=""/>
              <a:defRPr lang="en-IN" sz="1800" b="0" u="none" strike="noStrike">
                <a:solidFill>
                  <a:srgbClr val="000000"/>
                </a:solidFill>
                <a:effectLst/>
                <a:uFillTx/>
                <a:latin typeface="Calibri"/>
              </a:defRPr>
            </a:lvl4pPr>
            <a:lvl5pPr lvl="4" algn="l">
              <a:lnSpc>
                <a:spcPct val="100000"/>
              </a:lnSpc>
              <a:spcBef>
                <a:spcPts val="283"/>
              </a:spcBef>
              <a:buClr>
                <a:srgbClr val="000000"/>
              </a:buClr>
              <a:buSzPct val="45000"/>
              <a:buFont typeface="Wingdings" charset="2"/>
              <a:buChar char=""/>
              <a:defRPr lang="en-IN" sz="1800" b="0" u="none" strike="noStrike">
                <a:solidFill>
                  <a:srgbClr val="000000"/>
                </a:solidFill>
                <a:effectLst/>
                <a:uFillTx/>
                <a:latin typeface="Calibri"/>
              </a:defRPr>
            </a:lvl5pPr>
            <a:lvl6pPr lvl="5" algn="l">
              <a:lnSpc>
                <a:spcPct val="100000"/>
              </a:lnSpc>
              <a:spcBef>
                <a:spcPts val="283"/>
              </a:spcBef>
              <a:buClr>
                <a:srgbClr val="000000"/>
              </a:buClr>
              <a:buSzPct val="45000"/>
              <a:buFont typeface="Wingdings" charset="2"/>
              <a:buChar char=""/>
              <a:defRPr lang="en-IN" sz="1800" b="0" u="none" strike="noStrike">
                <a:solidFill>
                  <a:srgbClr val="000000"/>
                </a:solidFill>
                <a:effectLst/>
                <a:uFillTx/>
                <a:latin typeface="Calibri"/>
              </a:defRPr>
            </a:lvl6pPr>
            <a:lvl7pPr lvl="6" algn="l">
              <a:lnSpc>
                <a:spcPct val="100000"/>
              </a:lnSpc>
              <a:spcBef>
                <a:spcPts val="283"/>
              </a:spcBef>
              <a:buClr>
                <a:srgbClr val="000000"/>
              </a:buClr>
              <a:buSzPct val="45000"/>
              <a:buFont typeface="Wingdings" charset="2"/>
              <a:buChar char=""/>
              <a:defRPr lang="en-IN" sz="1800" b="0" u="none" strike="noStrike">
                <a:solidFill>
                  <a:srgbClr val="000000"/>
                </a:solidFill>
                <a:effectLst/>
                <a:uFillTx/>
                <a:latin typeface="Calibri"/>
              </a:defRPr>
            </a:lvl7pPr>
          </a:lstStyle>
          <a:p>
            <a:pPr marL="432000" indent="-324000" algn="l">
              <a:lnSpc>
                <a:spcPct val="100000"/>
              </a:lnSpc>
              <a:spcBef>
                <a:spcPts val="1417"/>
              </a:spcBef>
              <a:buClr>
                <a:srgbClr val="000000"/>
              </a:buClr>
              <a:buSzPct val="45000"/>
              <a:buFont typeface="Wingdings" charset="2"/>
              <a:buChar char=""/>
            </a:pPr>
            <a:r>
              <a:rPr lang="en-IN" sz="1800" b="0" u="none" strike="noStrike">
                <a:solidFill>
                  <a:srgbClr val="000000"/>
                </a:solidFill>
                <a:effectLst/>
                <a:uFillTx/>
                <a:latin typeface="Calibri"/>
              </a:rPr>
              <a:t>Click to edit the outline text format</a:t>
            </a:r>
            <a:endParaRPr lang="en-IN" sz="1800" b="0" u="none" strike="noStrike">
              <a:solidFill>
                <a:srgbClr val="000000"/>
              </a:solidFill>
              <a:effectLst/>
              <a:uFillTx/>
              <a:latin typeface="Calibri"/>
            </a:endParaRPr>
          </a:p>
          <a:p>
            <a:pPr marL="457200" lvl="1" indent="-324000" algn="l">
              <a:lnSpc>
                <a:spcPct val="100000"/>
              </a:lnSpc>
              <a:spcBef>
                <a:spcPts val="1134"/>
              </a:spcBef>
              <a:buClr>
                <a:srgbClr val="000000"/>
              </a:buClr>
              <a:buSzPct val="75000"/>
              <a:buFont typeface="Symbol" charset="2"/>
              <a:buChar char=""/>
            </a:pPr>
            <a:r>
              <a:rPr lang="en-IN" sz="1800" b="0" u="none" strike="noStrike">
                <a:solidFill>
                  <a:srgbClr val="000000"/>
                </a:solidFill>
                <a:effectLst/>
                <a:uFillTx/>
                <a:latin typeface="Calibri"/>
              </a:rPr>
              <a:t>Second Outline Level</a:t>
            </a:r>
            <a:endParaRPr lang="en-IN" sz="1800" b="0" u="none" strike="noStrike">
              <a:solidFill>
                <a:srgbClr val="000000"/>
              </a:solidFill>
              <a:effectLst/>
              <a:uFillTx/>
              <a:latin typeface="Calibri"/>
            </a:endParaRPr>
          </a:p>
          <a:p>
            <a:pPr marL="914400" lvl="2" indent="-288000" algn="l">
              <a:lnSpc>
                <a:spcPct val="100000"/>
              </a:lnSpc>
              <a:spcBef>
                <a:spcPts val="850"/>
              </a:spcBef>
              <a:buClr>
                <a:srgbClr val="000000"/>
              </a:buClr>
              <a:buSzPct val="45000"/>
              <a:buFont typeface="Wingdings" charset="2"/>
              <a:buChar char=""/>
            </a:pPr>
            <a:r>
              <a:rPr lang="en-IN" sz="1800" b="0" u="none" strike="noStrike">
                <a:solidFill>
                  <a:srgbClr val="000000"/>
                </a:solidFill>
                <a:effectLst/>
                <a:uFillTx/>
                <a:latin typeface="Calibri"/>
              </a:rPr>
              <a:t>Third Outline Level</a:t>
            </a:r>
            <a:endParaRPr lang="en-IN" sz="1800" b="0" u="none" strike="noStrike">
              <a:solidFill>
                <a:srgbClr val="000000"/>
              </a:solidFill>
              <a:effectLst/>
              <a:uFillTx/>
              <a:latin typeface="Calibri"/>
            </a:endParaRPr>
          </a:p>
          <a:p>
            <a:pPr marL="1371600" lvl="3" indent="-216000" algn="l">
              <a:lnSpc>
                <a:spcPct val="100000"/>
              </a:lnSpc>
              <a:spcBef>
                <a:spcPts val="567"/>
              </a:spcBef>
              <a:buClr>
                <a:srgbClr val="000000"/>
              </a:buClr>
              <a:buSzPct val="75000"/>
              <a:buFont typeface="Symbol" charset="2"/>
              <a:buChar char=""/>
            </a:pPr>
            <a:r>
              <a:rPr lang="en-IN" sz="1800" b="0" u="none" strike="noStrike">
                <a:solidFill>
                  <a:srgbClr val="000000"/>
                </a:solidFill>
                <a:effectLst/>
                <a:uFillTx/>
                <a:latin typeface="Calibri"/>
              </a:rPr>
              <a:t>Fourth Outline Level</a:t>
            </a:r>
            <a:endParaRPr lang="en-IN" sz="1800" b="0" u="none" strike="noStrike">
              <a:solidFill>
                <a:srgbClr val="000000"/>
              </a:solidFill>
              <a:effectLst/>
              <a:uFillTx/>
              <a:latin typeface="Calibri"/>
            </a:endParaRPr>
          </a:p>
          <a:p>
            <a:pPr marL="1828800" lvl="4" indent="-216000" algn="l">
              <a:lnSpc>
                <a:spcPct val="100000"/>
              </a:lnSpc>
              <a:spcBef>
                <a:spcPts val="283"/>
              </a:spcBef>
              <a:buClr>
                <a:srgbClr val="000000"/>
              </a:buClr>
              <a:buSzPct val="45000"/>
              <a:buFont typeface="Wingdings" charset="2"/>
              <a:buChar char=""/>
            </a:pPr>
            <a:r>
              <a:rPr lang="en-IN" sz="1800" b="0" u="none" strike="noStrike">
                <a:solidFill>
                  <a:srgbClr val="000000"/>
                </a:solidFill>
                <a:effectLst/>
                <a:uFillTx/>
                <a:latin typeface="Calibri"/>
              </a:rPr>
              <a:t>Fifth Outline Level</a:t>
            </a:r>
            <a:endParaRPr lang="en-IN" sz="1800" b="0" u="none" strike="noStrike">
              <a:solidFill>
                <a:srgbClr val="000000"/>
              </a:solidFill>
              <a:effectLst/>
              <a:uFillTx/>
              <a:latin typeface="Calibri"/>
            </a:endParaRPr>
          </a:p>
          <a:p>
            <a:pPr marL="2286000" lvl="5" indent="-216000" algn="l">
              <a:lnSpc>
                <a:spcPct val="100000"/>
              </a:lnSpc>
              <a:spcBef>
                <a:spcPts val="283"/>
              </a:spcBef>
              <a:buClr>
                <a:srgbClr val="000000"/>
              </a:buClr>
              <a:buSzPct val="45000"/>
              <a:buFont typeface="Wingdings" charset="2"/>
              <a:buChar char=""/>
            </a:pPr>
            <a:r>
              <a:rPr lang="en-IN" sz="1800" b="0" u="none" strike="noStrike">
                <a:solidFill>
                  <a:srgbClr val="000000"/>
                </a:solidFill>
                <a:effectLst/>
                <a:uFillTx/>
                <a:latin typeface="Calibri"/>
              </a:rPr>
              <a:t>Sixth Outline Level</a:t>
            </a:r>
            <a:endParaRPr lang="en-IN" sz="1800" b="0" u="none" strike="noStrike">
              <a:solidFill>
                <a:srgbClr val="000000"/>
              </a:solidFill>
              <a:effectLst/>
              <a:uFillTx/>
              <a:latin typeface="Calibri"/>
            </a:endParaRPr>
          </a:p>
          <a:p>
            <a:pPr marL="2743200" lvl="6" indent="-216000" algn="l">
              <a:lnSpc>
                <a:spcPct val="100000"/>
              </a:lnSpc>
              <a:spcBef>
                <a:spcPts val="283"/>
              </a:spcBef>
              <a:buClr>
                <a:srgbClr val="000000"/>
              </a:buClr>
              <a:buSzPct val="45000"/>
              <a:buFont typeface="Wingdings" charset="2"/>
              <a:buChar char=""/>
            </a:pPr>
            <a:r>
              <a:rPr lang="en-IN" sz="1800" b="0" u="none" strike="noStrike">
                <a:solidFill>
                  <a:srgbClr val="000000"/>
                </a:solidFill>
                <a:effectLst/>
                <a:uFillTx/>
                <a:latin typeface="Calibri"/>
              </a:rPr>
              <a:t>Seventh Outline Level</a:t>
            </a:r>
            <a:endParaRPr lang="en-IN" sz="1800" b="0" u="none" strike="noStrike">
              <a:solidFill>
                <a:srgbClr val="000000"/>
              </a:solidFill>
              <a:effectLst/>
              <a:uFillTx/>
              <a:latin typeface="Calibri"/>
            </a:endParaRPr>
          </a:p>
        </p:txBody>
      </p:sp>
      <p:sp>
        <p:nvSpPr>
          <p:cNvPr id="10" name="PlaceHolder 3"/>
          <p:cNvSpPr>
            <a:spLocks noGrp="1"/>
          </p:cNvSpPr>
          <p:nvPr>
            <p:ph type="ftr" idx="4"/>
          </p:nvPr>
        </p:nvSpPr>
        <p:spPr>
          <a:xfrm>
            <a:off x="4145400" y="6378120"/>
            <a:ext cx="3900600" cy="342360"/>
          </a:xfrm>
          <a:prstGeom prst="rect">
            <a:avLst/>
          </a:prstGeom>
          <a:noFill/>
          <a:ln w="0">
            <a:noFill/>
          </a:ln>
        </p:spPr>
        <p:txBody>
          <a:bodyPr lIns="0" tIns="0" rIns="0" bIns="0" anchor="t">
            <a:noAutofit/>
          </a:bodyPr>
          <a:lstStyle>
            <a:lvl1pPr indent="0" algn="ctr">
              <a:lnSpc>
                <a:spcPct val="100000"/>
              </a:lnSpc>
              <a:buNone/>
              <a:tabLst>
                <a:tab pos="0" algn="l"/>
              </a:tabLst>
              <a:defRPr lang="en-IN" sz="1400" b="0" u="none" strike="noStrike">
                <a:solidFill>
                  <a:srgbClr val="000000"/>
                </a:solidFill>
                <a:effectLst/>
                <a:uFillTx/>
                <a:latin typeface="Times New Roman"/>
              </a:defRPr>
            </a:lvl1pPr>
          </a:lstStyle>
          <a:p>
            <a:pPr indent="0" algn="ctr">
              <a:lnSpc>
                <a:spcPct val="100000"/>
              </a:lnSpc>
              <a:buNone/>
              <a:tabLst>
                <a:tab pos="0" algn="l"/>
              </a:tabLst>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11" name="PlaceHolder 4"/>
          <p:cNvSpPr>
            <a:spLocks noGrp="1"/>
          </p:cNvSpPr>
          <p:nvPr>
            <p:ph type="dt" idx="5"/>
          </p:nvPr>
        </p:nvSpPr>
        <p:spPr>
          <a:xfrm>
            <a:off x="609480" y="6378120"/>
            <a:ext cx="2803320" cy="342360"/>
          </a:xfrm>
          <a:prstGeom prst="rect">
            <a:avLst/>
          </a:prstGeom>
          <a:noFill/>
          <a:ln w="0">
            <a:noFill/>
          </a:ln>
        </p:spPr>
        <p:txBody>
          <a:bodyPr lIns="0" tIns="0" rIns="0" bIns="0" anchor="t">
            <a:noAutofit/>
          </a:bodyPr>
          <a:lstStyle>
            <a:lvl1pPr indent="0" algn="l">
              <a:lnSpc>
                <a:spcPct val="100000"/>
              </a:lnSpc>
              <a:buNone/>
              <a:tabLst>
                <a:tab pos="0" algn="l"/>
              </a:tabLst>
              <a:defRPr lang="en-US" sz="1400" b="0" u="none" strike="noStrike">
                <a:solidFill>
                  <a:schemeClr val="dk1">
                    <a:tint val="75000"/>
                  </a:schemeClr>
                </a:solidFill>
                <a:effectLst/>
                <a:uFillTx/>
                <a:latin typeface="Times New Roman"/>
              </a:defRPr>
            </a:lvl1pPr>
          </a:lstStyle>
          <a:p>
            <a:pPr indent="0" algn="l">
              <a:lnSpc>
                <a:spcPct val="100000"/>
              </a:lnSpc>
              <a:buNone/>
              <a:tabLst>
                <a:tab pos="0" algn="l"/>
              </a:tabLst>
            </a:pPr>
            <a:r>
              <a:rPr lang="en-US" sz="1400" b="0" u="none" strike="noStrike">
                <a:solidFill>
                  <a:schemeClr val="dk1">
                    <a:tint val="75000"/>
                  </a:schemeClr>
                </a:solidFill>
                <a:effectLst/>
                <a:uFillTx/>
                <a:latin typeface="Times New Roman"/>
              </a:rPr>
              <a:t>&lt;date/time&gt;</a:t>
            </a:r>
            <a:endParaRPr lang="en-IN" sz="1400" b="0" u="none" strike="noStrike">
              <a:solidFill>
                <a:srgbClr val="000000"/>
              </a:solidFill>
              <a:effectLst/>
              <a:uFillTx/>
              <a:latin typeface="Times New Roman"/>
            </a:endParaRPr>
          </a:p>
        </p:txBody>
      </p:sp>
      <p:sp>
        <p:nvSpPr>
          <p:cNvPr id="12" name="PlaceHolder 5"/>
          <p:cNvSpPr>
            <a:spLocks noGrp="1"/>
          </p:cNvSpPr>
          <p:nvPr>
            <p:ph type="sldNum" idx="6"/>
          </p:nvPr>
        </p:nvSpPr>
        <p:spPr>
          <a:xfrm>
            <a:off x="11436120" y="6359760"/>
            <a:ext cx="537840" cy="365760"/>
          </a:xfrm>
          <a:prstGeom prst="rect">
            <a:avLst/>
          </a:prstGeom>
          <a:noFill/>
          <a:ln w="0">
            <a:noFill/>
          </a:ln>
        </p:spPr>
        <p:txBody>
          <a:bodyPr lIns="0" tIns="0" rIns="0" bIns="0" anchor="t">
            <a:noAutofit/>
          </a:bodyPr>
          <a:lstStyle>
            <a:lvl1pPr marL="351720" indent="0" algn="l">
              <a:lnSpc>
                <a:spcPct val="100000"/>
              </a:lnSpc>
              <a:spcBef>
                <a:spcPts val="11"/>
              </a:spcBef>
              <a:buNone/>
              <a:tabLst>
                <a:tab pos="0" algn="l"/>
              </a:tabLst>
              <a:defRPr lang="en-IN" sz="1800" b="1" u="none" spc="-51" strike="noStrike">
                <a:solidFill>
                  <a:srgbClr val="2D5395"/>
                </a:solidFill>
                <a:effectLst/>
                <a:uFillTx/>
                <a:latin typeface="Cambria"/>
              </a:defRPr>
            </a:lvl1pPr>
          </a:lstStyle>
          <a:p>
            <a:pPr marL="351720" indent="0" algn="l">
              <a:lnSpc>
                <a:spcPct val="100000"/>
              </a:lnSpc>
              <a:spcBef>
                <a:spcPts val="11"/>
              </a:spcBef>
              <a:buNone/>
              <a:tabLst>
                <a:tab pos="0" algn="l"/>
              </a:tabLst>
            </a:pPr>
            <a:fld id="{337E901C-AD33-434A-BE75-13A173D263A6}" type="slidenum">
              <a:rPr lang="en-IN" sz="1800" b="1" u="none" spc="-51" strike="noStrike">
                <a:solidFill>
                  <a:srgbClr val="2D5395"/>
                </a:solidFill>
                <a:effectLst/>
                <a:uFillTx/>
                <a:latin typeface="Cambria"/>
              </a:rPr>
              <a:t>&lt;number&gt;</a:t>
            </a:fld>
            <a:endParaRPr lang="en-IN" sz="1800" b="0" u="none" strike="noStrike">
              <a:solidFill>
                <a:srgbClr val="000000"/>
              </a:solidFill>
              <a:effectLst/>
              <a:uFillTx/>
              <a:latin typeface="Times New Roman"/>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wo Content">
    <p:bg>
      <p:bgPr>
        <a:solidFill>
          <a:schemeClr val="lt1"/>
        </a:solidFill>
      </p:bgPr>
    </p:bg>
    <p:spTree>
      <p:nvGrpSpPr>
        <p:cNvPr id="1" name=""/>
        <p:cNvGrpSpPr/>
        <p:nvPr/>
      </p:nvGrpSpPr>
      <p:grpSpPr>
        <a:xfrm>
          <a:off x="0" y="0"/>
          <a:ext cx="0" cy="0"/>
          <a:chOff x="0" y="0"/>
          <a:chExt cx="0" cy="0"/>
        </a:xfrm>
      </p:grpSpPr>
      <p:sp>
        <p:nvSpPr>
          <p:cNvPr id="13" name="bg object 16"/>
          <p:cNvSpPr/>
          <p:nvPr/>
        </p:nvSpPr>
        <p:spPr>
          <a:xfrm>
            <a:off x="178920" y="151560"/>
            <a:ext cx="11779920" cy="6560280"/>
          </a:xfrm>
          <a:custGeom>
            <a:avLst/>
            <a:gdLst>
              <a:gd name="textAreaLeft" fmla="*/ 0 w 11779920"/>
              <a:gd name="textAreaRight" fmla="*/ 11780640 w 11779920"/>
              <a:gd name="textAreaTop" fmla="*/ 0 h 6560280"/>
              <a:gd name="textAreaBottom" fmla="*/ 6561000 h 6560280"/>
            </a:gdLst>
            <a:ahLst/>
            <a:cxnLst/>
            <a:rect l="textAreaLeft" t="textAreaTop" r="textAreaRight" b="textAreaBottom"/>
            <a:pathLst>
              <a:path w="11780520" h="6560820">
                <a:moveTo>
                  <a:pt x="0" y="6560820"/>
                </a:moveTo>
                <a:lnTo>
                  <a:pt x="11780520" y="6560820"/>
                </a:lnTo>
                <a:lnTo>
                  <a:pt x="11780520" y="0"/>
                </a:lnTo>
                <a:lnTo>
                  <a:pt x="0" y="0"/>
                </a:lnTo>
                <a:lnTo>
                  <a:pt x="0" y="6560820"/>
                </a:lnTo>
                <a:close/>
              </a:path>
            </a:pathLst>
          </a:custGeom>
          <a:noFill/>
          <a:ln w="28575">
            <a:solidFill>
              <a:srgbClr val="2D5395"/>
            </a:solidFill>
            <a:round/>
          </a:ln>
        </p:spPr>
        <p:style>
          <a:lnRef idx="0"/>
          <a:fillRef idx="0"/>
          <a:effectRef idx="0"/>
          <a:fontRef idx="minor"/>
        </p:style>
        <p:txBody>
          <a:bodyPr lIns="0" tIns="0" rIns="0" bIns="0" anchor="t">
            <a:noAutofit/>
          </a:bodyPr>
          <a:p>
            <a:endParaRPr lang="en-IN" sz="1800" b="0" u="none" strike="noStrike">
              <a:solidFill>
                <a:srgbClr val="000000"/>
              </a:solidFill>
              <a:effectLst/>
              <a:uFillTx/>
              <a:latin typeface="Arial"/>
            </a:endParaRPr>
          </a:p>
        </p:txBody>
      </p:sp>
      <p:sp>
        <p:nvSpPr>
          <p:cNvPr id="14" name="PlaceHolder 1"/>
          <p:cNvSpPr>
            <a:spLocks noGrp="1"/>
          </p:cNvSpPr>
          <p:nvPr>
            <p:ph type="title"/>
          </p:nvPr>
        </p:nvSpPr>
        <p:spPr>
          <a:xfrm>
            <a:off x="2418840" y="176400"/>
            <a:ext cx="7927920" cy="1074960"/>
          </a:xfrm>
          <a:prstGeom prst="rect">
            <a:avLst/>
          </a:prstGeom>
          <a:noFill/>
          <a:ln w="0">
            <a:noFill/>
          </a:ln>
        </p:spPr>
        <p:txBody>
          <a:bodyPr lIns="0" tIns="0" rIns="0" bIns="0" anchor="t">
            <a:noAutofit/>
          </a:bodyPr>
          <a:lstStyle>
            <a:lvl1pPr indent="0" algn="l">
              <a:lnSpc>
                <a:spcPct val="100000"/>
              </a:lnSpc>
              <a:buNone/>
              <a:tabLst>
                <a:tab pos="0" algn="l"/>
              </a:tabLst>
              <a:defRPr lang="en-IN" sz="3600" b="0" u="none" strike="noStrike">
                <a:solidFill>
                  <a:srgbClr val="000000"/>
                </a:solidFill>
                <a:effectLst/>
                <a:uFillTx/>
                <a:latin typeface="Calibri"/>
              </a:defRPr>
            </a:lvl1pPr>
          </a:lstStyle>
          <a:p>
            <a:pPr indent="0" algn="l">
              <a:lnSpc>
                <a:spcPct val="100000"/>
              </a:lnSpc>
              <a:buNone/>
              <a:tabLst>
                <a:tab pos="0" algn="l"/>
              </a:tabLst>
            </a:pPr>
            <a:r>
              <a:rPr lang="en-IN" sz="3600" b="0" u="none" strike="noStrike">
                <a:solidFill>
                  <a:srgbClr val="000000"/>
                </a:solidFill>
                <a:effectLst/>
                <a:uFillTx/>
                <a:latin typeface="Calibri"/>
              </a:rPr>
              <a:t>Click to </a:t>
            </a:r>
            <a:r>
              <a:rPr lang="en-IN" sz="3600" b="0" u="none" strike="noStrike">
                <a:solidFill>
                  <a:srgbClr val="000000"/>
                </a:solidFill>
                <a:effectLst/>
                <a:uFillTx/>
                <a:latin typeface="Calibri"/>
              </a:rPr>
              <a:t>edit the </a:t>
            </a:r>
            <a:r>
              <a:rPr lang="en-IN" sz="3600" b="0" u="none" strike="noStrike">
                <a:solidFill>
                  <a:srgbClr val="000000"/>
                </a:solidFill>
                <a:effectLst/>
                <a:uFillTx/>
                <a:latin typeface="Calibri"/>
              </a:rPr>
              <a:t>title text </a:t>
            </a:r>
            <a:r>
              <a:rPr lang="en-IN" sz="3600" b="0" u="none" strike="noStrike">
                <a:solidFill>
                  <a:srgbClr val="000000"/>
                </a:solidFill>
                <a:effectLst/>
                <a:uFillTx/>
                <a:latin typeface="Calibri"/>
              </a:rPr>
              <a:t>format</a:t>
            </a:r>
            <a:endParaRPr lang="en-IN" sz="3600" b="0" u="none" strike="noStrike">
              <a:solidFill>
                <a:srgbClr val="000000"/>
              </a:solidFill>
              <a:effectLst/>
              <a:uFillTx/>
              <a:latin typeface="Calibri"/>
            </a:endParaRPr>
          </a:p>
        </p:txBody>
      </p:sp>
      <p:sp>
        <p:nvSpPr>
          <p:cNvPr id="15" name="PlaceHolder 2"/>
          <p:cNvSpPr>
            <a:spLocks noGrp="1"/>
          </p:cNvSpPr>
          <p:nvPr>
            <p:ph type="body"/>
          </p:nvPr>
        </p:nvSpPr>
        <p:spPr>
          <a:xfrm>
            <a:off x="609480" y="1577520"/>
            <a:ext cx="5302800" cy="2352600"/>
          </a:xfrm>
          <a:prstGeom prst="rect">
            <a:avLst/>
          </a:prstGeom>
          <a:noFill/>
          <a:ln w="0">
            <a:noFill/>
          </a:ln>
        </p:spPr>
        <p:txBody>
          <a:bodyPr lIns="0" tIns="0" rIns="0" bIns="0" anchor="t">
            <a:spAutoFit/>
          </a:bodyPr>
          <a:lstStyle>
            <a:lvl1pPr algn="l">
              <a:lnSpc>
                <a:spcPct val="100000"/>
              </a:lnSpc>
              <a:spcBef>
                <a:spcPts val="1417"/>
              </a:spcBef>
              <a:buClr>
                <a:srgbClr val="000000"/>
              </a:buClr>
              <a:buSzPct val="45000"/>
              <a:buFont typeface="Wingdings" charset="2"/>
              <a:buChar char=""/>
              <a:defRPr lang="en-IN" sz="1800" b="0" u="none" strike="noStrike">
                <a:solidFill>
                  <a:srgbClr val="000000"/>
                </a:solidFill>
                <a:effectLst/>
                <a:uFillTx/>
                <a:latin typeface="Calibri"/>
              </a:defRPr>
            </a:lvl1pPr>
            <a:lvl2pPr lvl="1" algn="l">
              <a:lnSpc>
                <a:spcPct val="100000"/>
              </a:lnSpc>
              <a:spcBef>
                <a:spcPts val="1134"/>
              </a:spcBef>
              <a:buClr>
                <a:srgbClr val="000000"/>
              </a:buClr>
              <a:buSzPct val="75000"/>
              <a:buFont typeface="Symbol" charset="2"/>
              <a:buChar char=""/>
              <a:defRPr lang="en-IN" sz="1800" b="0" u="none" strike="noStrike">
                <a:solidFill>
                  <a:srgbClr val="000000"/>
                </a:solidFill>
                <a:effectLst/>
                <a:uFillTx/>
                <a:latin typeface="Calibri"/>
              </a:defRPr>
            </a:lvl2pPr>
            <a:lvl3pPr lvl="2" algn="l">
              <a:lnSpc>
                <a:spcPct val="100000"/>
              </a:lnSpc>
              <a:spcBef>
                <a:spcPts val="850"/>
              </a:spcBef>
              <a:buClr>
                <a:srgbClr val="000000"/>
              </a:buClr>
              <a:buSzPct val="45000"/>
              <a:buFont typeface="Wingdings" charset="2"/>
              <a:buChar char=""/>
              <a:defRPr lang="en-IN" sz="1800" b="0" u="none" strike="noStrike">
                <a:solidFill>
                  <a:srgbClr val="000000"/>
                </a:solidFill>
                <a:effectLst/>
                <a:uFillTx/>
                <a:latin typeface="Calibri"/>
              </a:defRPr>
            </a:lvl3pPr>
            <a:lvl4pPr lvl="3" algn="l">
              <a:lnSpc>
                <a:spcPct val="100000"/>
              </a:lnSpc>
              <a:spcBef>
                <a:spcPts val="567"/>
              </a:spcBef>
              <a:buClr>
                <a:srgbClr val="000000"/>
              </a:buClr>
              <a:buSzPct val="75000"/>
              <a:buFont typeface="Symbol" charset="2"/>
              <a:buChar char=""/>
              <a:defRPr lang="en-IN" sz="1800" b="0" u="none" strike="noStrike">
                <a:solidFill>
                  <a:srgbClr val="000000"/>
                </a:solidFill>
                <a:effectLst/>
                <a:uFillTx/>
                <a:latin typeface="Calibri"/>
              </a:defRPr>
            </a:lvl4pPr>
            <a:lvl5pPr lvl="4" algn="l">
              <a:lnSpc>
                <a:spcPct val="100000"/>
              </a:lnSpc>
              <a:spcBef>
                <a:spcPts val="283"/>
              </a:spcBef>
              <a:buClr>
                <a:srgbClr val="000000"/>
              </a:buClr>
              <a:buSzPct val="45000"/>
              <a:buFont typeface="Wingdings" charset="2"/>
              <a:buChar char=""/>
              <a:defRPr lang="en-IN" sz="1800" b="0" u="none" strike="noStrike">
                <a:solidFill>
                  <a:srgbClr val="000000"/>
                </a:solidFill>
                <a:effectLst/>
                <a:uFillTx/>
                <a:latin typeface="Calibri"/>
              </a:defRPr>
            </a:lvl5pPr>
            <a:lvl6pPr lvl="5" algn="l">
              <a:lnSpc>
                <a:spcPct val="100000"/>
              </a:lnSpc>
              <a:spcBef>
                <a:spcPts val="283"/>
              </a:spcBef>
              <a:buClr>
                <a:srgbClr val="000000"/>
              </a:buClr>
              <a:buSzPct val="45000"/>
              <a:buFont typeface="Wingdings" charset="2"/>
              <a:buChar char=""/>
              <a:defRPr lang="en-IN" sz="1800" b="0" u="none" strike="noStrike">
                <a:solidFill>
                  <a:srgbClr val="000000"/>
                </a:solidFill>
                <a:effectLst/>
                <a:uFillTx/>
                <a:latin typeface="Calibri"/>
              </a:defRPr>
            </a:lvl6pPr>
            <a:lvl7pPr lvl="6" algn="l">
              <a:lnSpc>
                <a:spcPct val="100000"/>
              </a:lnSpc>
              <a:spcBef>
                <a:spcPts val="283"/>
              </a:spcBef>
              <a:buClr>
                <a:srgbClr val="000000"/>
              </a:buClr>
              <a:buSzPct val="45000"/>
              <a:buFont typeface="Wingdings" charset="2"/>
              <a:buChar char=""/>
              <a:defRPr lang="en-IN" sz="1800" b="0" u="none" strike="noStrike">
                <a:solidFill>
                  <a:srgbClr val="000000"/>
                </a:solidFill>
                <a:effectLst/>
                <a:uFillTx/>
                <a:latin typeface="Calibri"/>
              </a:defRPr>
            </a:lvl7pPr>
          </a:lstStyle>
          <a:p>
            <a:pPr marL="432000" indent="-324000" algn="l">
              <a:lnSpc>
                <a:spcPct val="100000"/>
              </a:lnSpc>
              <a:spcBef>
                <a:spcPts val="1417"/>
              </a:spcBef>
              <a:buClr>
                <a:srgbClr val="000000"/>
              </a:buClr>
              <a:buSzPct val="45000"/>
              <a:buFont typeface="Wingdings" charset="2"/>
              <a:buChar char=""/>
            </a:pPr>
            <a:r>
              <a:rPr lang="en-IN" sz="1800" b="0" u="none" strike="noStrike">
                <a:solidFill>
                  <a:srgbClr val="000000"/>
                </a:solidFill>
                <a:effectLst/>
                <a:uFillTx/>
                <a:latin typeface="Calibri"/>
              </a:rPr>
              <a:t>Click to edit the outline text format</a:t>
            </a:r>
            <a:endParaRPr lang="en-IN" sz="1800" b="0" u="none" strike="noStrike">
              <a:solidFill>
                <a:srgbClr val="000000"/>
              </a:solidFill>
              <a:effectLst/>
              <a:uFillTx/>
              <a:latin typeface="Calibri"/>
            </a:endParaRPr>
          </a:p>
          <a:p>
            <a:pPr marL="457200" lvl="1" indent="-324000" algn="l">
              <a:lnSpc>
                <a:spcPct val="100000"/>
              </a:lnSpc>
              <a:spcBef>
                <a:spcPts val="1134"/>
              </a:spcBef>
              <a:buClr>
                <a:srgbClr val="000000"/>
              </a:buClr>
              <a:buSzPct val="75000"/>
              <a:buFont typeface="Symbol" charset="2"/>
              <a:buChar char=""/>
            </a:pPr>
            <a:r>
              <a:rPr lang="en-IN" sz="1800" b="0" u="none" strike="noStrike">
                <a:solidFill>
                  <a:srgbClr val="000000"/>
                </a:solidFill>
                <a:effectLst/>
                <a:uFillTx/>
                <a:latin typeface="Calibri"/>
              </a:rPr>
              <a:t>Second Outline Level</a:t>
            </a:r>
            <a:endParaRPr lang="en-IN" sz="1800" b="0" u="none" strike="noStrike">
              <a:solidFill>
                <a:srgbClr val="000000"/>
              </a:solidFill>
              <a:effectLst/>
              <a:uFillTx/>
              <a:latin typeface="Calibri"/>
            </a:endParaRPr>
          </a:p>
          <a:p>
            <a:pPr marL="914400" lvl="2" indent="-288000" algn="l">
              <a:lnSpc>
                <a:spcPct val="100000"/>
              </a:lnSpc>
              <a:spcBef>
                <a:spcPts val="850"/>
              </a:spcBef>
              <a:buClr>
                <a:srgbClr val="000000"/>
              </a:buClr>
              <a:buSzPct val="45000"/>
              <a:buFont typeface="Wingdings" charset="2"/>
              <a:buChar char=""/>
            </a:pPr>
            <a:r>
              <a:rPr lang="en-IN" sz="1800" b="0" u="none" strike="noStrike">
                <a:solidFill>
                  <a:srgbClr val="000000"/>
                </a:solidFill>
                <a:effectLst/>
                <a:uFillTx/>
                <a:latin typeface="Calibri"/>
              </a:rPr>
              <a:t>Third Outline Level</a:t>
            </a:r>
            <a:endParaRPr lang="en-IN" sz="1800" b="0" u="none" strike="noStrike">
              <a:solidFill>
                <a:srgbClr val="000000"/>
              </a:solidFill>
              <a:effectLst/>
              <a:uFillTx/>
              <a:latin typeface="Calibri"/>
            </a:endParaRPr>
          </a:p>
          <a:p>
            <a:pPr marL="1371600" lvl="3" indent="-216000" algn="l">
              <a:lnSpc>
                <a:spcPct val="100000"/>
              </a:lnSpc>
              <a:spcBef>
                <a:spcPts val="567"/>
              </a:spcBef>
              <a:buClr>
                <a:srgbClr val="000000"/>
              </a:buClr>
              <a:buSzPct val="75000"/>
              <a:buFont typeface="Symbol" charset="2"/>
              <a:buChar char=""/>
            </a:pPr>
            <a:r>
              <a:rPr lang="en-IN" sz="1800" b="0" u="none" strike="noStrike">
                <a:solidFill>
                  <a:srgbClr val="000000"/>
                </a:solidFill>
                <a:effectLst/>
                <a:uFillTx/>
                <a:latin typeface="Calibri"/>
              </a:rPr>
              <a:t>Fourth Outline Level</a:t>
            </a:r>
            <a:endParaRPr lang="en-IN" sz="1800" b="0" u="none" strike="noStrike">
              <a:solidFill>
                <a:srgbClr val="000000"/>
              </a:solidFill>
              <a:effectLst/>
              <a:uFillTx/>
              <a:latin typeface="Calibri"/>
            </a:endParaRPr>
          </a:p>
          <a:p>
            <a:pPr marL="1828800" lvl="4" indent="-216000" algn="l">
              <a:lnSpc>
                <a:spcPct val="100000"/>
              </a:lnSpc>
              <a:spcBef>
                <a:spcPts val="283"/>
              </a:spcBef>
              <a:buClr>
                <a:srgbClr val="000000"/>
              </a:buClr>
              <a:buSzPct val="45000"/>
              <a:buFont typeface="Wingdings" charset="2"/>
              <a:buChar char=""/>
            </a:pPr>
            <a:r>
              <a:rPr lang="en-IN" sz="1800" b="0" u="none" strike="noStrike">
                <a:solidFill>
                  <a:srgbClr val="000000"/>
                </a:solidFill>
                <a:effectLst/>
                <a:uFillTx/>
                <a:latin typeface="Calibri"/>
              </a:rPr>
              <a:t>Fifth Outline Level</a:t>
            </a:r>
            <a:endParaRPr lang="en-IN" sz="1800" b="0" u="none" strike="noStrike">
              <a:solidFill>
                <a:srgbClr val="000000"/>
              </a:solidFill>
              <a:effectLst/>
              <a:uFillTx/>
              <a:latin typeface="Calibri"/>
            </a:endParaRPr>
          </a:p>
          <a:p>
            <a:pPr marL="2286000" lvl="5" indent="-216000" algn="l">
              <a:lnSpc>
                <a:spcPct val="100000"/>
              </a:lnSpc>
              <a:spcBef>
                <a:spcPts val="283"/>
              </a:spcBef>
              <a:buClr>
                <a:srgbClr val="000000"/>
              </a:buClr>
              <a:buSzPct val="45000"/>
              <a:buFont typeface="Wingdings" charset="2"/>
              <a:buChar char=""/>
            </a:pPr>
            <a:r>
              <a:rPr lang="en-IN" sz="1800" b="0" u="none" strike="noStrike">
                <a:solidFill>
                  <a:srgbClr val="000000"/>
                </a:solidFill>
                <a:effectLst/>
                <a:uFillTx/>
                <a:latin typeface="Calibri"/>
              </a:rPr>
              <a:t>Sixth Outline Level</a:t>
            </a:r>
            <a:endParaRPr lang="en-IN" sz="1800" b="0" u="none" strike="noStrike">
              <a:solidFill>
                <a:srgbClr val="000000"/>
              </a:solidFill>
              <a:effectLst/>
              <a:uFillTx/>
              <a:latin typeface="Calibri"/>
            </a:endParaRPr>
          </a:p>
          <a:p>
            <a:pPr marL="2743200" lvl="6" indent="-216000" algn="l">
              <a:lnSpc>
                <a:spcPct val="100000"/>
              </a:lnSpc>
              <a:spcBef>
                <a:spcPts val="283"/>
              </a:spcBef>
              <a:buClr>
                <a:srgbClr val="000000"/>
              </a:buClr>
              <a:buSzPct val="45000"/>
              <a:buFont typeface="Wingdings" charset="2"/>
              <a:buChar char=""/>
            </a:pPr>
            <a:r>
              <a:rPr lang="en-IN" sz="1800" b="0" u="none" strike="noStrike">
                <a:solidFill>
                  <a:srgbClr val="000000"/>
                </a:solidFill>
                <a:effectLst/>
                <a:uFillTx/>
                <a:latin typeface="Calibri"/>
              </a:rPr>
              <a:t>Seventh Outline Level</a:t>
            </a:r>
            <a:endParaRPr lang="en-IN" sz="1800" b="0" u="none" strike="noStrike">
              <a:solidFill>
                <a:srgbClr val="000000"/>
              </a:solidFill>
              <a:effectLst/>
              <a:uFillTx/>
              <a:latin typeface="Calibri"/>
            </a:endParaRPr>
          </a:p>
        </p:txBody>
      </p:sp>
      <p:sp>
        <p:nvSpPr>
          <p:cNvPr id="16" name="PlaceHolder 3"/>
          <p:cNvSpPr>
            <a:spLocks noGrp="1"/>
          </p:cNvSpPr>
          <p:nvPr>
            <p:ph type="body"/>
          </p:nvPr>
        </p:nvSpPr>
        <p:spPr>
          <a:xfrm>
            <a:off x="6278760" y="1577520"/>
            <a:ext cx="5302800" cy="2352600"/>
          </a:xfrm>
          <a:prstGeom prst="rect">
            <a:avLst/>
          </a:prstGeom>
          <a:noFill/>
          <a:ln w="0">
            <a:noFill/>
          </a:ln>
        </p:spPr>
        <p:txBody>
          <a:bodyPr lIns="0" tIns="0" rIns="0" bIns="0" anchor="t">
            <a:spAutoFit/>
          </a:bodyPr>
          <a:lstStyle>
            <a:lvl1pPr algn="l">
              <a:lnSpc>
                <a:spcPct val="100000"/>
              </a:lnSpc>
              <a:spcBef>
                <a:spcPts val="1417"/>
              </a:spcBef>
              <a:buClr>
                <a:srgbClr val="000000"/>
              </a:buClr>
              <a:buSzPct val="45000"/>
              <a:buFont typeface="Wingdings" charset="2"/>
              <a:buChar char=""/>
              <a:defRPr lang="en-IN" sz="1800" b="0" u="none" strike="noStrike">
                <a:solidFill>
                  <a:srgbClr val="000000"/>
                </a:solidFill>
                <a:effectLst/>
                <a:uFillTx/>
                <a:latin typeface="Calibri"/>
              </a:defRPr>
            </a:lvl1pPr>
            <a:lvl2pPr lvl="1" algn="l">
              <a:lnSpc>
                <a:spcPct val="100000"/>
              </a:lnSpc>
              <a:spcBef>
                <a:spcPts val="1134"/>
              </a:spcBef>
              <a:buClr>
                <a:srgbClr val="000000"/>
              </a:buClr>
              <a:buSzPct val="75000"/>
              <a:buFont typeface="Symbol" charset="2"/>
              <a:buChar char=""/>
              <a:defRPr lang="en-IN" sz="1800" b="0" u="none" strike="noStrike">
                <a:solidFill>
                  <a:srgbClr val="000000"/>
                </a:solidFill>
                <a:effectLst/>
                <a:uFillTx/>
                <a:latin typeface="Calibri"/>
              </a:defRPr>
            </a:lvl2pPr>
            <a:lvl3pPr lvl="2" algn="l">
              <a:lnSpc>
                <a:spcPct val="100000"/>
              </a:lnSpc>
              <a:spcBef>
                <a:spcPts val="850"/>
              </a:spcBef>
              <a:buClr>
                <a:srgbClr val="000000"/>
              </a:buClr>
              <a:buSzPct val="45000"/>
              <a:buFont typeface="Wingdings" charset="2"/>
              <a:buChar char=""/>
              <a:defRPr lang="en-IN" sz="1800" b="0" u="none" strike="noStrike">
                <a:solidFill>
                  <a:srgbClr val="000000"/>
                </a:solidFill>
                <a:effectLst/>
                <a:uFillTx/>
                <a:latin typeface="Calibri"/>
              </a:defRPr>
            </a:lvl3pPr>
            <a:lvl4pPr lvl="3" algn="l">
              <a:lnSpc>
                <a:spcPct val="100000"/>
              </a:lnSpc>
              <a:spcBef>
                <a:spcPts val="567"/>
              </a:spcBef>
              <a:buClr>
                <a:srgbClr val="000000"/>
              </a:buClr>
              <a:buSzPct val="75000"/>
              <a:buFont typeface="Symbol" charset="2"/>
              <a:buChar char=""/>
              <a:defRPr lang="en-IN" sz="1800" b="0" u="none" strike="noStrike">
                <a:solidFill>
                  <a:srgbClr val="000000"/>
                </a:solidFill>
                <a:effectLst/>
                <a:uFillTx/>
                <a:latin typeface="Calibri"/>
              </a:defRPr>
            </a:lvl4pPr>
            <a:lvl5pPr lvl="4" algn="l">
              <a:lnSpc>
                <a:spcPct val="100000"/>
              </a:lnSpc>
              <a:spcBef>
                <a:spcPts val="283"/>
              </a:spcBef>
              <a:buClr>
                <a:srgbClr val="000000"/>
              </a:buClr>
              <a:buSzPct val="45000"/>
              <a:buFont typeface="Wingdings" charset="2"/>
              <a:buChar char=""/>
              <a:defRPr lang="en-IN" sz="1800" b="0" u="none" strike="noStrike">
                <a:solidFill>
                  <a:srgbClr val="000000"/>
                </a:solidFill>
                <a:effectLst/>
                <a:uFillTx/>
                <a:latin typeface="Calibri"/>
              </a:defRPr>
            </a:lvl5pPr>
            <a:lvl6pPr lvl="5" algn="l">
              <a:lnSpc>
                <a:spcPct val="100000"/>
              </a:lnSpc>
              <a:spcBef>
                <a:spcPts val="283"/>
              </a:spcBef>
              <a:buClr>
                <a:srgbClr val="000000"/>
              </a:buClr>
              <a:buSzPct val="45000"/>
              <a:buFont typeface="Wingdings" charset="2"/>
              <a:buChar char=""/>
              <a:defRPr lang="en-IN" sz="1800" b="0" u="none" strike="noStrike">
                <a:solidFill>
                  <a:srgbClr val="000000"/>
                </a:solidFill>
                <a:effectLst/>
                <a:uFillTx/>
                <a:latin typeface="Calibri"/>
              </a:defRPr>
            </a:lvl6pPr>
            <a:lvl7pPr lvl="6" algn="l">
              <a:lnSpc>
                <a:spcPct val="100000"/>
              </a:lnSpc>
              <a:spcBef>
                <a:spcPts val="283"/>
              </a:spcBef>
              <a:buClr>
                <a:srgbClr val="000000"/>
              </a:buClr>
              <a:buSzPct val="45000"/>
              <a:buFont typeface="Wingdings" charset="2"/>
              <a:buChar char=""/>
              <a:defRPr lang="en-IN" sz="1800" b="0" u="none" strike="noStrike">
                <a:solidFill>
                  <a:srgbClr val="000000"/>
                </a:solidFill>
                <a:effectLst/>
                <a:uFillTx/>
                <a:latin typeface="Calibri"/>
              </a:defRPr>
            </a:lvl7pPr>
          </a:lstStyle>
          <a:p>
            <a:pPr indent="-324000" algn="l">
              <a:lnSpc>
                <a:spcPct val="100000"/>
              </a:lnSpc>
              <a:spcBef>
                <a:spcPts val="1417"/>
              </a:spcBef>
              <a:buClr>
                <a:srgbClr val="000000"/>
              </a:buClr>
              <a:buSzPct val="45000"/>
              <a:buFont typeface="Wingdings" charset="2"/>
              <a:buChar char=""/>
            </a:pPr>
            <a:r>
              <a:rPr lang="en-IN" sz="1800" b="0" u="none" strike="noStrike">
                <a:solidFill>
                  <a:srgbClr val="000000"/>
                </a:solidFill>
                <a:effectLst/>
                <a:uFillTx/>
                <a:latin typeface="Calibri"/>
              </a:rPr>
              <a:t>Click to edit the outline text format</a:t>
            </a:r>
            <a:endParaRPr lang="en-IN" sz="1800" b="0" u="none" strike="noStrike">
              <a:solidFill>
                <a:srgbClr val="000000"/>
              </a:solidFill>
              <a:effectLst/>
              <a:uFillTx/>
              <a:latin typeface="Calibri"/>
            </a:endParaRPr>
          </a:p>
          <a:p>
            <a:pPr marL="457200" lvl="1" indent="-324000" algn="l">
              <a:lnSpc>
                <a:spcPct val="100000"/>
              </a:lnSpc>
              <a:spcBef>
                <a:spcPts val="1134"/>
              </a:spcBef>
              <a:buClr>
                <a:srgbClr val="000000"/>
              </a:buClr>
              <a:buSzPct val="75000"/>
              <a:buFont typeface="Symbol" charset="2"/>
              <a:buChar char=""/>
            </a:pPr>
            <a:r>
              <a:rPr lang="en-IN" sz="1800" b="0" u="none" strike="noStrike">
                <a:solidFill>
                  <a:srgbClr val="000000"/>
                </a:solidFill>
                <a:effectLst/>
                <a:uFillTx/>
                <a:latin typeface="Calibri"/>
              </a:rPr>
              <a:t>Second Outline Level</a:t>
            </a:r>
            <a:endParaRPr lang="en-IN" sz="1800" b="0" u="none" strike="noStrike">
              <a:solidFill>
                <a:srgbClr val="000000"/>
              </a:solidFill>
              <a:effectLst/>
              <a:uFillTx/>
              <a:latin typeface="Calibri"/>
            </a:endParaRPr>
          </a:p>
          <a:p>
            <a:pPr marL="914400" lvl="2" indent="-288000" algn="l">
              <a:lnSpc>
                <a:spcPct val="100000"/>
              </a:lnSpc>
              <a:spcBef>
                <a:spcPts val="850"/>
              </a:spcBef>
              <a:buClr>
                <a:srgbClr val="000000"/>
              </a:buClr>
              <a:buSzPct val="45000"/>
              <a:buFont typeface="Wingdings" charset="2"/>
              <a:buChar char=""/>
            </a:pPr>
            <a:r>
              <a:rPr lang="en-IN" sz="1800" b="0" u="none" strike="noStrike">
                <a:solidFill>
                  <a:srgbClr val="000000"/>
                </a:solidFill>
                <a:effectLst/>
                <a:uFillTx/>
                <a:latin typeface="Calibri"/>
              </a:rPr>
              <a:t>Third Outline Level</a:t>
            </a:r>
            <a:endParaRPr lang="en-IN" sz="1800" b="0" u="none" strike="noStrike">
              <a:solidFill>
                <a:srgbClr val="000000"/>
              </a:solidFill>
              <a:effectLst/>
              <a:uFillTx/>
              <a:latin typeface="Calibri"/>
            </a:endParaRPr>
          </a:p>
          <a:p>
            <a:pPr marL="1371600" lvl="3" indent="-216000" algn="l">
              <a:lnSpc>
                <a:spcPct val="100000"/>
              </a:lnSpc>
              <a:spcBef>
                <a:spcPts val="567"/>
              </a:spcBef>
              <a:buClr>
                <a:srgbClr val="000000"/>
              </a:buClr>
              <a:buSzPct val="75000"/>
              <a:buFont typeface="Symbol" charset="2"/>
              <a:buChar char=""/>
            </a:pPr>
            <a:r>
              <a:rPr lang="en-IN" sz="1800" b="0" u="none" strike="noStrike">
                <a:solidFill>
                  <a:srgbClr val="000000"/>
                </a:solidFill>
                <a:effectLst/>
                <a:uFillTx/>
                <a:latin typeface="Calibri"/>
              </a:rPr>
              <a:t>Fourth Outline Level</a:t>
            </a:r>
            <a:endParaRPr lang="en-IN" sz="1800" b="0" u="none" strike="noStrike">
              <a:solidFill>
                <a:srgbClr val="000000"/>
              </a:solidFill>
              <a:effectLst/>
              <a:uFillTx/>
              <a:latin typeface="Calibri"/>
            </a:endParaRPr>
          </a:p>
          <a:p>
            <a:pPr marL="1828800" lvl="4" indent="-216000" algn="l">
              <a:lnSpc>
                <a:spcPct val="100000"/>
              </a:lnSpc>
              <a:spcBef>
                <a:spcPts val="283"/>
              </a:spcBef>
              <a:buClr>
                <a:srgbClr val="000000"/>
              </a:buClr>
              <a:buSzPct val="45000"/>
              <a:buFont typeface="Wingdings" charset="2"/>
              <a:buChar char=""/>
            </a:pPr>
            <a:r>
              <a:rPr lang="en-IN" sz="1800" b="0" u="none" strike="noStrike">
                <a:solidFill>
                  <a:srgbClr val="000000"/>
                </a:solidFill>
                <a:effectLst/>
                <a:uFillTx/>
                <a:latin typeface="Calibri"/>
              </a:rPr>
              <a:t>Fifth Outline Level</a:t>
            </a:r>
            <a:endParaRPr lang="en-IN" sz="1800" b="0" u="none" strike="noStrike">
              <a:solidFill>
                <a:srgbClr val="000000"/>
              </a:solidFill>
              <a:effectLst/>
              <a:uFillTx/>
              <a:latin typeface="Calibri"/>
            </a:endParaRPr>
          </a:p>
          <a:p>
            <a:pPr marL="2286000" lvl="5" indent="-216000" algn="l">
              <a:lnSpc>
                <a:spcPct val="100000"/>
              </a:lnSpc>
              <a:spcBef>
                <a:spcPts val="283"/>
              </a:spcBef>
              <a:buClr>
                <a:srgbClr val="000000"/>
              </a:buClr>
              <a:buSzPct val="45000"/>
              <a:buFont typeface="Wingdings" charset="2"/>
              <a:buChar char=""/>
            </a:pPr>
            <a:r>
              <a:rPr lang="en-IN" sz="1800" b="0" u="none" strike="noStrike">
                <a:solidFill>
                  <a:srgbClr val="000000"/>
                </a:solidFill>
                <a:effectLst/>
                <a:uFillTx/>
                <a:latin typeface="Calibri"/>
              </a:rPr>
              <a:t>Sixth Outline Level</a:t>
            </a:r>
            <a:endParaRPr lang="en-IN" sz="1800" b="0" u="none" strike="noStrike">
              <a:solidFill>
                <a:srgbClr val="000000"/>
              </a:solidFill>
              <a:effectLst/>
              <a:uFillTx/>
              <a:latin typeface="Calibri"/>
            </a:endParaRPr>
          </a:p>
          <a:p>
            <a:pPr marL="2743200" lvl="6" indent="-216000" algn="l">
              <a:lnSpc>
                <a:spcPct val="100000"/>
              </a:lnSpc>
              <a:spcBef>
                <a:spcPts val="283"/>
              </a:spcBef>
              <a:buClr>
                <a:srgbClr val="000000"/>
              </a:buClr>
              <a:buSzPct val="45000"/>
              <a:buFont typeface="Wingdings" charset="2"/>
              <a:buChar char=""/>
            </a:pPr>
            <a:r>
              <a:rPr lang="en-IN" sz="1800" b="0" u="none" strike="noStrike">
                <a:solidFill>
                  <a:srgbClr val="000000"/>
                </a:solidFill>
                <a:effectLst/>
                <a:uFillTx/>
                <a:latin typeface="Calibri"/>
              </a:rPr>
              <a:t>Seventh Outline Level</a:t>
            </a:r>
            <a:endParaRPr lang="en-IN" sz="1800" b="0" u="none" strike="noStrike">
              <a:solidFill>
                <a:srgbClr val="000000"/>
              </a:solidFill>
              <a:effectLst/>
              <a:uFillTx/>
              <a:latin typeface="Calibri"/>
            </a:endParaRPr>
          </a:p>
        </p:txBody>
      </p:sp>
      <p:sp>
        <p:nvSpPr>
          <p:cNvPr id="17" name="PlaceHolder 4"/>
          <p:cNvSpPr>
            <a:spLocks noGrp="1"/>
          </p:cNvSpPr>
          <p:nvPr>
            <p:ph type="ftr" idx="7"/>
          </p:nvPr>
        </p:nvSpPr>
        <p:spPr>
          <a:xfrm>
            <a:off x="4145400" y="6378120"/>
            <a:ext cx="3900600" cy="342360"/>
          </a:xfrm>
          <a:prstGeom prst="rect">
            <a:avLst/>
          </a:prstGeom>
          <a:noFill/>
          <a:ln w="0">
            <a:noFill/>
          </a:ln>
        </p:spPr>
        <p:txBody>
          <a:bodyPr lIns="0" tIns="0" rIns="0" bIns="0" anchor="t">
            <a:noAutofit/>
          </a:bodyPr>
          <a:lstStyle>
            <a:lvl1pPr indent="0" algn="ctr">
              <a:lnSpc>
                <a:spcPct val="100000"/>
              </a:lnSpc>
              <a:buNone/>
              <a:tabLst>
                <a:tab pos="0" algn="l"/>
              </a:tabLst>
              <a:defRPr lang="en-IN" sz="1400" b="0" u="none" strike="noStrike">
                <a:solidFill>
                  <a:srgbClr val="000000"/>
                </a:solidFill>
                <a:effectLst/>
                <a:uFillTx/>
                <a:latin typeface="Times New Roman"/>
              </a:defRPr>
            </a:lvl1pPr>
          </a:lstStyle>
          <a:p>
            <a:pPr indent="0" algn="ctr">
              <a:lnSpc>
                <a:spcPct val="100000"/>
              </a:lnSpc>
              <a:buNone/>
              <a:tabLst>
                <a:tab pos="0" algn="l"/>
              </a:tabLst>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18" name="PlaceHolder 5"/>
          <p:cNvSpPr>
            <a:spLocks noGrp="1"/>
          </p:cNvSpPr>
          <p:nvPr>
            <p:ph type="dt" idx="8"/>
          </p:nvPr>
        </p:nvSpPr>
        <p:spPr>
          <a:xfrm>
            <a:off x="609480" y="6378120"/>
            <a:ext cx="2803320" cy="342360"/>
          </a:xfrm>
          <a:prstGeom prst="rect">
            <a:avLst/>
          </a:prstGeom>
          <a:noFill/>
          <a:ln w="0">
            <a:noFill/>
          </a:ln>
        </p:spPr>
        <p:txBody>
          <a:bodyPr lIns="0" tIns="0" rIns="0" bIns="0" anchor="t">
            <a:noAutofit/>
          </a:bodyPr>
          <a:lstStyle>
            <a:lvl1pPr indent="0" algn="l">
              <a:lnSpc>
                <a:spcPct val="100000"/>
              </a:lnSpc>
              <a:buNone/>
              <a:tabLst>
                <a:tab pos="0" algn="l"/>
              </a:tabLst>
              <a:defRPr lang="en-US" sz="1400" b="0" u="none" strike="noStrike">
                <a:solidFill>
                  <a:schemeClr val="dk1">
                    <a:tint val="75000"/>
                  </a:schemeClr>
                </a:solidFill>
                <a:effectLst/>
                <a:uFillTx/>
                <a:latin typeface="Times New Roman"/>
              </a:defRPr>
            </a:lvl1pPr>
          </a:lstStyle>
          <a:p>
            <a:pPr indent="0" algn="l">
              <a:lnSpc>
                <a:spcPct val="100000"/>
              </a:lnSpc>
              <a:buNone/>
              <a:tabLst>
                <a:tab pos="0" algn="l"/>
              </a:tabLst>
            </a:pPr>
            <a:r>
              <a:rPr lang="en-US" sz="1400" b="0" u="none" strike="noStrike">
                <a:solidFill>
                  <a:schemeClr val="dk1">
                    <a:tint val="75000"/>
                  </a:schemeClr>
                </a:solidFill>
                <a:effectLst/>
                <a:uFillTx/>
                <a:latin typeface="Times New Roman"/>
              </a:rPr>
              <a:t>&lt;date/time&gt;</a:t>
            </a:r>
            <a:endParaRPr lang="en-IN" sz="1400" b="0" u="none" strike="noStrike">
              <a:solidFill>
                <a:srgbClr val="000000"/>
              </a:solidFill>
              <a:effectLst/>
              <a:uFillTx/>
              <a:latin typeface="Times New Roman"/>
            </a:endParaRPr>
          </a:p>
        </p:txBody>
      </p:sp>
      <p:sp>
        <p:nvSpPr>
          <p:cNvPr id="19" name="PlaceHolder 6"/>
          <p:cNvSpPr>
            <a:spLocks noGrp="1"/>
          </p:cNvSpPr>
          <p:nvPr>
            <p:ph type="sldNum" idx="9"/>
          </p:nvPr>
        </p:nvSpPr>
        <p:spPr>
          <a:xfrm>
            <a:off x="11436120" y="6359760"/>
            <a:ext cx="537840" cy="365760"/>
          </a:xfrm>
          <a:prstGeom prst="rect">
            <a:avLst/>
          </a:prstGeom>
          <a:noFill/>
          <a:ln w="0">
            <a:noFill/>
          </a:ln>
        </p:spPr>
        <p:txBody>
          <a:bodyPr lIns="0" tIns="0" rIns="0" bIns="0" anchor="t">
            <a:noAutofit/>
          </a:bodyPr>
          <a:lstStyle>
            <a:lvl1pPr marL="351720" indent="0" algn="l">
              <a:lnSpc>
                <a:spcPct val="100000"/>
              </a:lnSpc>
              <a:spcBef>
                <a:spcPts val="11"/>
              </a:spcBef>
              <a:buNone/>
              <a:tabLst>
                <a:tab pos="0" algn="l"/>
              </a:tabLst>
              <a:defRPr lang="en-IN" sz="1800" b="1" u="none" spc="-51" strike="noStrike">
                <a:solidFill>
                  <a:srgbClr val="2D5395"/>
                </a:solidFill>
                <a:effectLst/>
                <a:uFillTx/>
                <a:latin typeface="Cambria"/>
              </a:defRPr>
            </a:lvl1pPr>
          </a:lstStyle>
          <a:p>
            <a:pPr marL="351720" indent="0" algn="l">
              <a:lnSpc>
                <a:spcPct val="100000"/>
              </a:lnSpc>
              <a:spcBef>
                <a:spcPts val="11"/>
              </a:spcBef>
              <a:buNone/>
              <a:tabLst>
                <a:tab pos="0" algn="l"/>
              </a:tabLst>
            </a:pPr>
            <a:fld id="{C05F7E0E-D2A3-4CF1-8A70-354D67D90EAB}" type="slidenum">
              <a:rPr lang="en-IN" sz="1800" b="1" u="none" spc="-51" strike="noStrike">
                <a:solidFill>
                  <a:srgbClr val="2D5395"/>
                </a:solidFill>
                <a:effectLst/>
                <a:uFillTx/>
                <a:latin typeface="Cambria"/>
              </a:rPr>
              <a:t>&lt;number&gt;</a:t>
            </a:fld>
            <a:endParaRPr lang="en-IN" sz="1800" b="0" u="none" strike="noStrike">
              <a:solidFill>
                <a:srgbClr val="000000"/>
              </a:solidFill>
              <a:effectLst/>
              <a:uFillTx/>
              <a:latin typeface="Times New Roman"/>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Only">
    <p:bg>
      <p:bgPr>
        <a:solidFill>
          <a:schemeClr val="lt1"/>
        </a:solidFill>
      </p:bgPr>
    </p:bg>
    <p:spTree>
      <p:nvGrpSpPr>
        <p:cNvPr id="1" name=""/>
        <p:cNvGrpSpPr/>
        <p:nvPr/>
      </p:nvGrpSpPr>
      <p:grpSpPr>
        <a:xfrm>
          <a:off x="0" y="0"/>
          <a:ext cx="0" cy="0"/>
          <a:chOff x="0" y="0"/>
          <a:chExt cx="0" cy="0"/>
        </a:xfrm>
      </p:grpSpPr>
      <p:sp>
        <p:nvSpPr>
          <p:cNvPr id="20" name="bg object 16"/>
          <p:cNvSpPr/>
          <p:nvPr/>
        </p:nvSpPr>
        <p:spPr>
          <a:xfrm>
            <a:off x="178920" y="151560"/>
            <a:ext cx="11779920" cy="6560280"/>
          </a:xfrm>
          <a:custGeom>
            <a:avLst/>
            <a:gdLst>
              <a:gd name="textAreaLeft" fmla="*/ 0 w 11779920"/>
              <a:gd name="textAreaRight" fmla="*/ 11780640 w 11779920"/>
              <a:gd name="textAreaTop" fmla="*/ 0 h 6560280"/>
              <a:gd name="textAreaBottom" fmla="*/ 6561000 h 6560280"/>
            </a:gdLst>
            <a:ahLst/>
            <a:cxnLst/>
            <a:rect l="textAreaLeft" t="textAreaTop" r="textAreaRight" b="textAreaBottom"/>
            <a:pathLst>
              <a:path w="11780520" h="6560820">
                <a:moveTo>
                  <a:pt x="0" y="6560820"/>
                </a:moveTo>
                <a:lnTo>
                  <a:pt x="11780520" y="6560820"/>
                </a:lnTo>
                <a:lnTo>
                  <a:pt x="11780520" y="0"/>
                </a:lnTo>
                <a:lnTo>
                  <a:pt x="0" y="0"/>
                </a:lnTo>
                <a:lnTo>
                  <a:pt x="0" y="6560820"/>
                </a:lnTo>
                <a:close/>
              </a:path>
            </a:pathLst>
          </a:custGeom>
          <a:noFill/>
          <a:ln w="28575">
            <a:solidFill>
              <a:srgbClr val="2D5395"/>
            </a:solidFill>
            <a:round/>
          </a:ln>
        </p:spPr>
        <p:style>
          <a:lnRef idx="0"/>
          <a:fillRef idx="0"/>
          <a:effectRef idx="0"/>
          <a:fontRef idx="minor"/>
        </p:style>
        <p:txBody>
          <a:bodyPr lIns="0" tIns="0" rIns="0" bIns="0" anchor="t">
            <a:noAutofit/>
          </a:bodyPr>
          <a:p>
            <a:endParaRPr lang="en-IN" sz="1800" b="0" u="none" strike="noStrike">
              <a:solidFill>
                <a:srgbClr val="000000"/>
              </a:solidFill>
              <a:effectLst/>
              <a:uFillTx/>
              <a:latin typeface="Arial"/>
            </a:endParaRPr>
          </a:p>
        </p:txBody>
      </p:sp>
      <p:sp>
        <p:nvSpPr>
          <p:cNvPr id="21" name="PlaceHolder 1"/>
          <p:cNvSpPr>
            <a:spLocks noGrp="1"/>
          </p:cNvSpPr>
          <p:nvPr>
            <p:ph type="title"/>
          </p:nvPr>
        </p:nvSpPr>
        <p:spPr>
          <a:xfrm>
            <a:off x="2418840" y="176400"/>
            <a:ext cx="7927920" cy="1074960"/>
          </a:xfrm>
          <a:prstGeom prst="rect">
            <a:avLst/>
          </a:prstGeom>
          <a:noFill/>
          <a:ln w="0">
            <a:noFill/>
          </a:ln>
        </p:spPr>
        <p:txBody>
          <a:bodyPr lIns="0" tIns="0" rIns="0" bIns="0" anchor="t">
            <a:noAutofit/>
          </a:bodyPr>
          <a:lstStyle>
            <a:lvl1pPr indent="0" algn="l">
              <a:lnSpc>
                <a:spcPct val="100000"/>
              </a:lnSpc>
              <a:buNone/>
              <a:tabLst>
                <a:tab pos="0" algn="l"/>
              </a:tabLst>
              <a:defRPr lang="en-IN" sz="3600" b="0" u="none" strike="noStrike">
                <a:solidFill>
                  <a:srgbClr val="000000"/>
                </a:solidFill>
                <a:effectLst/>
                <a:uFillTx/>
                <a:latin typeface="Calibri"/>
              </a:defRPr>
            </a:lvl1pPr>
          </a:lstStyle>
          <a:p>
            <a:pPr indent="0" algn="l">
              <a:lnSpc>
                <a:spcPct val="100000"/>
              </a:lnSpc>
              <a:buNone/>
              <a:tabLst>
                <a:tab pos="0" algn="l"/>
              </a:tabLst>
            </a:pPr>
            <a:r>
              <a:rPr lang="en-IN" sz="3600" b="0" u="none" strike="noStrike">
                <a:solidFill>
                  <a:srgbClr val="000000"/>
                </a:solidFill>
                <a:effectLst/>
                <a:uFillTx/>
                <a:latin typeface="Calibri"/>
              </a:rPr>
              <a:t>Click to </a:t>
            </a:r>
            <a:r>
              <a:rPr lang="en-IN" sz="3600" b="0" u="none" strike="noStrike">
                <a:solidFill>
                  <a:srgbClr val="000000"/>
                </a:solidFill>
                <a:effectLst/>
                <a:uFillTx/>
                <a:latin typeface="Calibri"/>
              </a:rPr>
              <a:t>edit the </a:t>
            </a:r>
            <a:r>
              <a:rPr lang="en-IN" sz="3600" b="0" u="none" strike="noStrike">
                <a:solidFill>
                  <a:srgbClr val="000000"/>
                </a:solidFill>
                <a:effectLst/>
                <a:uFillTx/>
                <a:latin typeface="Calibri"/>
              </a:rPr>
              <a:t>title text </a:t>
            </a:r>
            <a:r>
              <a:rPr lang="en-IN" sz="3600" b="0" u="none" strike="noStrike">
                <a:solidFill>
                  <a:srgbClr val="000000"/>
                </a:solidFill>
                <a:effectLst/>
                <a:uFillTx/>
                <a:latin typeface="Calibri"/>
              </a:rPr>
              <a:t>format</a:t>
            </a:r>
            <a:endParaRPr lang="en-IN" sz="3600" b="0" u="none" strike="noStrike">
              <a:solidFill>
                <a:srgbClr val="000000"/>
              </a:solidFill>
              <a:effectLst/>
              <a:uFillTx/>
              <a:latin typeface="Calibri"/>
            </a:endParaRPr>
          </a:p>
        </p:txBody>
      </p:sp>
      <p:sp>
        <p:nvSpPr>
          <p:cNvPr id="22" name="PlaceHolder 2"/>
          <p:cNvSpPr>
            <a:spLocks noGrp="1"/>
          </p:cNvSpPr>
          <p:nvPr>
            <p:ph type="ftr" idx="10"/>
          </p:nvPr>
        </p:nvSpPr>
        <p:spPr>
          <a:xfrm>
            <a:off x="4145400" y="6378120"/>
            <a:ext cx="3900600" cy="342360"/>
          </a:xfrm>
          <a:prstGeom prst="rect">
            <a:avLst/>
          </a:prstGeom>
          <a:noFill/>
          <a:ln w="0">
            <a:noFill/>
          </a:ln>
        </p:spPr>
        <p:txBody>
          <a:bodyPr lIns="0" tIns="0" rIns="0" bIns="0" anchor="t">
            <a:noAutofit/>
          </a:bodyPr>
          <a:lstStyle>
            <a:lvl1pPr indent="0" algn="ctr">
              <a:lnSpc>
                <a:spcPct val="100000"/>
              </a:lnSpc>
              <a:buNone/>
              <a:tabLst>
                <a:tab pos="0" algn="l"/>
              </a:tabLst>
              <a:defRPr lang="en-IN" sz="1400" b="0" u="none" strike="noStrike">
                <a:solidFill>
                  <a:srgbClr val="000000"/>
                </a:solidFill>
                <a:effectLst/>
                <a:uFillTx/>
                <a:latin typeface="Times New Roman"/>
              </a:defRPr>
            </a:lvl1pPr>
          </a:lstStyle>
          <a:p>
            <a:pPr indent="0" algn="ctr">
              <a:lnSpc>
                <a:spcPct val="100000"/>
              </a:lnSpc>
              <a:buNone/>
              <a:tabLst>
                <a:tab pos="0" algn="l"/>
              </a:tabLst>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23" name="PlaceHolder 3"/>
          <p:cNvSpPr>
            <a:spLocks noGrp="1"/>
          </p:cNvSpPr>
          <p:nvPr>
            <p:ph type="dt" idx="11"/>
          </p:nvPr>
        </p:nvSpPr>
        <p:spPr>
          <a:xfrm>
            <a:off x="609480" y="6378120"/>
            <a:ext cx="2803320" cy="342360"/>
          </a:xfrm>
          <a:prstGeom prst="rect">
            <a:avLst/>
          </a:prstGeom>
          <a:noFill/>
          <a:ln w="0">
            <a:noFill/>
          </a:ln>
        </p:spPr>
        <p:txBody>
          <a:bodyPr lIns="0" tIns="0" rIns="0" bIns="0" anchor="t">
            <a:noAutofit/>
          </a:bodyPr>
          <a:lstStyle>
            <a:lvl1pPr indent="0" algn="l">
              <a:lnSpc>
                <a:spcPct val="100000"/>
              </a:lnSpc>
              <a:buNone/>
              <a:tabLst>
                <a:tab pos="0" algn="l"/>
              </a:tabLst>
              <a:defRPr lang="en-US" sz="1400" b="0" u="none" strike="noStrike">
                <a:solidFill>
                  <a:schemeClr val="dk1">
                    <a:tint val="75000"/>
                  </a:schemeClr>
                </a:solidFill>
                <a:effectLst/>
                <a:uFillTx/>
                <a:latin typeface="Times New Roman"/>
              </a:defRPr>
            </a:lvl1pPr>
          </a:lstStyle>
          <a:p>
            <a:pPr indent="0" algn="l">
              <a:lnSpc>
                <a:spcPct val="100000"/>
              </a:lnSpc>
              <a:buNone/>
              <a:tabLst>
                <a:tab pos="0" algn="l"/>
              </a:tabLst>
            </a:pPr>
            <a:r>
              <a:rPr lang="en-US" sz="1400" b="0" u="none" strike="noStrike">
                <a:solidFill>
                  <a:schemeClr val="dk1">
                    <a:tint val="75000"/>
                  </a:schemeClr>
                </a:solidFill>
                <a:effectLst/>
                <a:uFillTx/>
                <a:latin typeface="Times New Roman"/>
              </a:rPr>
              <a:t>&lt;date/time&gt;</a:t>
            </a:r>
            <a:endParaRPr lang="en-IN" sz="1400" b="0" u="none" strike="noStrike">
              <a:solidFill>
                <a:srgbClr val="000000"/>
              </a:solidFill>
              <a:effectLst/>
              <a:uFillTx/>
              <a:latin typeface="Times New Roman"/>
            </a:endParaRPr>
          </a:p>
        </p:txBody>
      </p:sp>
      <p:sp>
        <p:nvSpPr>
          <p:cNvPr id="24" name="PlaceHolder 4"/>
          <p:cNvSpPr>
            <a:spLocks noGrp="1"/>
          </p:cNvSpPr>
          <p:nvPr>
            <p:ph type="sldNum" idx="12"/>
          </p:nvPr>
        </p:nvSpPr>
        <p:spPr>
          <a:xfrm>
            <a:off x="11436120" y="6359760"/>
            <a:ext cx="537840" cy="365760"/>
          </a:xfrm>
          <a:prstGeom prst="rect">
            <a:avLst/>
          </a:prstGeom>
          <a:noFill/>
          <a:ln w="0">
            <a:noFill/>
          </a:ln>
        </p:spPr>
        <p:txBody>
          <a:bodyPr lIns="0" tIns="0" rIns="0" bIns="0" anchor="t">
            <a:noAutofit/>
          </a:bodyPr>
          <a:lstStyle>
            <a:lvl1pPr marL="351720" indent="0" algn="l">
              <a:lnSpc>
                <a:spcPct val="100000"/>
              </a:lnSpc>
              <a:spcBef>
                <a:spcPts val="11"/>
              </a:spcBef>
              <a:buNone/>
              <a:tabLst>
                <a:tab pos="0" algn="l"/>
              </a:tabLst>
              <a:defRPr lang="en-IN" sz="1800" b="1" u="none" spc="-51" strike="noStrike">
                <a:solidFill>
                  <a:srgbClr val="2D5395"/>
                </a:solidFill>
                <a:effectLst/>
                <a:uFillTx/>
                <a:latin typeface="Cambria"/>
              </a:defRPr>
            </a:lvl1pPr>
          </a:lstStyle>
          <a:p>
            <a:pPr marL="351720" indent="0" algn="l">
              <a:lnSpc>
                <a:spcPct val="100000"/>
              </a:lnSpc>
              <a:spcBef>
                <a:spcPts val="11"/>
              </a:spcBef>
              <a:buNone/>
              <a:tabLst>
                <a:tab pos="0" algn="l"/>
              </a:tabLst>
            </a:pPr>
            <a:fld id="{C077DA7D-4E0B-4BE0-90DE-2AA564B6CCA2}" type="slidenum">
              <a:rPr lang="en-IN" sz="1800" b="1" u="none" spc="-51" strike="noStrike">
                <a:solidFill>
                  <a:srgbClr val="2D5395"/>
                </a:solidFill>
                <a:effectLst/>
                <a:uFillTx/>
                <a:latin typeface="Cambria"/>
              </a:rPr>
              <a:t>&lt;number&gt;</a:t>
            </a:fld>
            <a:endParaRPr lang="en-IN" sz="1800" b="0" u="none" strike="noStrike">
              <a:solidFill>
                <a:srgbClr val="000000"/>
              </a:solidFill>
              <a:effectLst/>
              <a:uFillTx/>
              <a:latin typeface="Times New Roman"/>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Blank">
    <p:bg>
      <p:bgPr>
        <a:solidFill>
          <a:schemeClr val="lt1"/>
        </a:solidFill>
      </p:bgPr>
    </p:bg>
    <p:spTree>
      <p:nvGrpSpPr>
        <p:cNvPr id="1" name=""/>
        <p:cNvGrpSpPr/>
        <p:nvPr/>
      </p:nvGrpSpPr>
      <p:grpSpPr>
        <a:xfrm>
          <a:off x="0" y="0"/>
          <a:ext cx="0" cy="0"/>
          <a:chOff x="0" y="0"/>
          <a:chExt cx="0" cy="0"/>
        </a:xfrm>
      </p:grpSpPr>
      <p:sp>
        <p:nvSpPr>
          <p:cNvPr id="25" name="bg object 16"/>
          <p:cNvSpPr/>
          <p:nvPr/>
        </p:nvSpPr>
        <p:spPr>
          <a:xfrm>
            <a:off x="178920" y="151560"/>
            <a:ext cx="11779920" cy="6560280"/>
          </a:xfrm>
          <a:custGeom>
            <a:avLst/>
            <a:gdLst>
              <a:gd name="textAreaLeft" fmla="*/ 0 w 11779920"/>
              <a:gd name="textAreaRight" fmla="*/ 11780640 w 11779920"/>
              <a:gd name="textAreaTop" fmla="*/ 0 h 6560280"/>
              <a:gd name="textAreaBottom" fmla="*/ 6561000 h 6560280"/>
            </a:gdLst>
            <a:ahLst/>
            <a:cxnLst/>
            <a:rect l="textAreaLeft" t="textAreaTop" r="textAreaRight" b="textAreaBottom"/>
            <a:pathLst>
              <a:path w="11780520" h="6560820">
                <a:moveTo>
                  <a:pt x="0" y="6560820"/>
                </a:moveTo>
                <a:lnTo>
                  <a:pt x="11780520" y="6560820"/>
                </a:lnTo>
                <a:lnTo>
                  <a:pt x="11780520" y="0"/>
                </a:lnTo>
                <a:lnTo>
                  <a:pt x="0" y="0"/>
                </a:lnTo>
                <a:lnTo>
                  <a:pt x="0" y="6560820"/>
                </a:lnTo>
                <a:close/>
              </a:path>
            </a:pathLst>
          </a:custGeom>
          <a:noFill/>
          <a:ln w="28575">
            <a:solidFill>
              <a:srgbClr val="2D5395"/>
            </a:solidFill>
            <a:round/>
          </a:ln>
        </p:spPr>
        <p:style>
          <a:lnRef idx="0"/>
          <a:fillRef idx="0"/>
          <a:effectRef idx="0"/>
          <a:fontRef idx="minor"/>
        </p:style>
        <p:txBody>
          <a:bodyPr lIns="0" tIns="0" rIns="0" bIns="0" anchor="t">
            <a:noAutofit/>
          </a:bodyPr>
          <a:p>
            <a:endParaRPr lang="en-IN" sz="1800" b="0" u="none" strike="noStrike">
              <a:solidFill>
                <a:srgbClr val="000000"/>
              </a:solidFill>
              <a:effectLst/>
              <a:uFillTx/>
              <a:latin typeface="Arial"/>
            </a:endParaRPr>
          </a:p>
        </p:txBody>
      </p:sp>
      <p:sp>
        <p:nvSpPr>
          <p:cNvPr id="26" name="PlaceHolder 1"/>
          <p:cNvSpPr>
            <a:spLocks noGrp="1"/>
          </p:cNvSpPr>
          <p:nvPr>
            <p:ph type="ftr" idx="13"/>
          </p:nvPr>
        </p:nvSpPr>
        <p:spPr>
          <a:xfrm>
            <a:off x="4145400" y="6378120"/>
            <a:ext cx="3900600" cy="342360"/>
          </a:xfrm>
          <a:prstGeom prst="rect">
            <a:avLst/>
          </a:prstGeom>
          <a:noFill/>
          <a:ln w="0">
            <a:noFill/>
          </a:ln>
        </p:spPr>
        <p:txBody>
          <a:bodyPr lIns="0" tIns="0" rIns="0" bIns="0" anchor="t">
            <a:noAutofit/>
          </a:bodyPr>
          <a:lstStyle>
            <a:lvl1pPr indent="0" algn="ctr">
              <a:lnSpc>
                <a:spcPct val="100000"/>
              </a:lnSpc>
              <a:buNone/>
              <a:tabLst>
                <a:tab pos="0" algn="l"/>
              </a:tabLst>
              <a:defRPr lang="en-IN" sz="1400" b="0" u="none" strike="noStrike">
                <a:solidFill>
                  <a:srgbClr val="000000"/>
                </a:solidFill>
                <a:effectLst/>
                <a:uFillTx/>
                <a:latin typeface="Times New Roman"/>
              </a:defRPr>
            </a:lvl1pPr>
          </a:lstStyle>
          <a:p>
            <a:pPr indent="0" algn="ctr">
              <a:lnSpc>
                <a:spcPct val="100000"/>
              </a:lnSpc>
              <a:buNone/>
              <a:tabLst>
                <a:tab pos="0" algn="l"/>
              </a:tabLst>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27" name="PlaceHolder 2"/>
          <p:cNvSpPr>
            <a:spLocks noGrp="1"/>
          </p:cNvSpPr>
          <p:nvPr>
            <p:ph type="dt" idx="14"/>
          </p:nvPr>
        </p:nvSpPr>
        <p:spPr>
          <a:xfrm>
            <a:off x="609480" y="6378120"/>
            <a:ext cx="2803320" cy="342360"/>
          </a:xfrm>
          <a:prstGeom prst="rect">
            <a:avLst/>
          </a:prstGeom>
          <a:noFill/>
          <a:ln w="0">
            <a:noFill/>
          </a:ln>
        </p:spPr>
        <p:txBody>
          <a:bodyPr lIns="0" tIns="0" rIns="0" bIns="0" anchor="t">
            <a:noAutofit/>
          </a:bodyPr>
          <a:lstStyle>
            <a:lvl1pPr indent="0" algn="l">
              <a:lnSpc>
                <a:spcPct val="100000"/>
              </a:lnSpc>
              <a:buNone/>
              <a:tabLst>
                <a:tab pos="0" algn="l"/>
              </a:tabLst>
              <a:defRPr lang="en-US" sz="1400" b="0" u="none" strike="noStrike">
                <a:solidFill>
                  <a:schemeClr val="dk1">
                    <a:tint val="75000"/>
                  </a:schemeClr>
                </a:solidFill>
                <a:effectLst/>
                <a:uFillTx/>
                <a:latin typeface="Times New Roman"/>
              </a:defRPr>
            </a:lvl1pPr>
          </a:lstStyle>
          <a:p>
            <a:pPr indent="0" algn="l">
              <a:lnSpc>
                <a:spcPct val="100000"/>
              </a:lnSpc>
              <a:buNone/>
              <a:tabLst>
                <a:tab pos="0" algn="l"/>
              </a:tabLst>
            </a:pPr>
            <a:r>
              <a:rPr lang="en-US" sz="1400" b="0" u="none" strike="noStrike">
                <a:solidFill>
                  <a:schemeClr val="dk1">
                    <a:tint val="75000"/>
                  </a:schemeClr>
                </a:solidFill>
                <a:effectLst/>
                <a:uFillTx/>
                <a:latin typeface="Times New Roman"/>
              </a:rPr>
              <a:t>&lt;date/time&gt;</a:t>
            </a:r>
            <a:endParaRPr lang="en-IN" sz="1400" b="0" u="none" strike="noStrike">
              <a:solidFill>
                <a:srgbClr val="000000"/>
              </a:solidFill>
              <a:effectLst/>
              <a:uFillTx/>
              <a:latin typeface="Times New Roman"/>
            </a:endParaRPr>
          </a:p>
        </p:txBody>
      </p:sp>
      <p:sp>
        <p:nvSpPr>
          <p:cNvPr id="28" name="PlaceHolder 3"/>
          <p:cNvSpPr>
            <a:spLocks noGrp="1"/>
          </p:cNvSpPr>
          <p:nvPr>
            <p:ph type="sldNum" idx="15"/>
          </p:nvPr>
        </p:nvSpPr>
        <p:spPr>
          <a:xfrm>
            <a:off x="11436120" y="6359760"/>
            <a:ext cx="537840" cy="365760"/>
          </a:xfrm>
          <a:prstGeom prst="rect">
            <a:avLst/>
          </a:prstGeom>
          <a:noFill/>
          <a:ln w="0">
            <a:noFill/>
          </a:ln>
        </p:spPr>
        <p:txBody>
          <a:bodyPr lIns="0" tIns="0" rIns="0" bIns="0" anchor="t">
            <a:noAutofit/>
          </a:bodyPr>
          <a:lstStyle>
            <a:lvl1pPr marL="351720" indent="0" algn="l">
              <a:lnSpc>
                <a:spcPct val="100000"/>
              </a:lnSpc>
              <a:spcBef>
                <a:spcPts val="11"/>
              </a:spcBef>
              <a:buNone/>
              <a:tabLst>
                <a:tab pos="0" algn="l"/>
              </a:tabLst>
              <a:defRPr lang="en-IN" sz="1800" b="1" u="none" spc="-51" strike="noStrike">
                <a:solidFill>
                  <a:srgbClr val="2D5395"/>
                </a:solidFill>
                <a:effectLst/>
                <a:uFillTx/>
                <a:latin typeface="Cambria"/>
              </a:defRPr>
            </a:lvl1pPr>
          </a:lstStyle>
          <a:p>
            <a:pPr marL="351720" indent="0" algn="l">
              <a:lnSpc>
                <a:spcPct val="100000"/>
              </a:lnSpc>
              <a:spcBef>
                <a:spcPts val="11"/>
              </a:spcBef>
              <a:buNone/>
              <a:tabLst>
                <a:tab pos="0" algn="l"/>
              </a:tabLst>
            </a:pPr>
            <a:fld id="{0A9393E9-723A-4043-90CA-44552F2F325D}" type="slidenum">
              <a:rPr lang="en-IN" sz="1800" b="1" u="none" spc="-51" strike="noStrike">
                <a:solidFill>
                  <a:srgbClr val="2D5395"/>
                </a:solidFill>
                <a:effectLst/>
                <a:uFillTx/>
                <a:latin typeface="Cambria"/>
              </a:rPr>
              <a:t>&lt;number&gt;</a:t>
            </a:fld>
            <a:endParaRPr lang="en-IN" sz="1800" b="0" u="none" strike="noStrike">
              <a:solidFill>
                <a:srgbClr val="000000"/>
              </a:solidFill>
              <a:effectLst/>
              <a:uFillTx/>
              <a:latin typeface="Times New Roman"/>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jpeg"/><Relationship Id="rId5" Type="http://schemas.openxmlformats.org/officeDocument/2006/relationships/slideLayout" Target="../slideLayouts/slideLayout2.xml"/><Relationship Id="rId6"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image" Target="../media/image5.jpeg"/><Relationship Id="rId2" Type="http://schemas.openxmlformats.org/officeDocument/2006/relationships/slideLayout" Target="../slideLayouts/slideLayout2.xml"/><Relationship Id="rId3"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5.jpeg"/><Relationship Id="rId2" Type="http://schemas.openxmlformats.org/officeDocument/2006/relationships/slideLayout" Target="../slideLayouts/slideLayout2.xml"/><Relationship Id="rId3"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5.jpeg"/><Relationship Id="rId2" Type="http://schemas.openxmlformats.org/officeDocument/2006/relationships/slideLayout" Target="../slideLayouts/slideLayout2.xml"/><Relationship Id="rId3"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5.jpeg"/><Relationship Id="rId2" Type="http://schemas.openxmlformats.org/officeDocument/2006/relationships/slideLayout" Target="../slideLayouts/slideLayout2.xml"/><Relationship Id="rId3"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image" Target="../media/image5.jpeg"/><Relationship Id="rId2" Type="http://schemas.openxmlformats.org/officeDocument/2006/relationships/slideLayout" Target="../slideLayouts/slideLayout2.xml"/><Relationship Id="rId3"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image" Target="../media/image5.jpeg"/><Relationship Id="rId2" Type="http://schemas.openxmlformats.org/officeDocument/2006/relationships/slideLayout" Target="../slideLayouts/slideLayout2.xml"/><Relationship Id="rId3"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image" Target="../media/image5.jpeg"/><Relationship Id="rId2" Type="http://schemas.openxmlformats.org/officeDocument/2006/relationships/slideLayout" Target="../slideLayouts/slideLayout2.xml"/><Relationship Id="rId3"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image" Target="../media/image5.jpeg"/><Relationship Id="rId2" Type="http://schemas.openxmlformats.org/officeDocument/2006/relationships/slideLayout" Target="../slideLayouts/slideLayout2.xml"/><Relationship Id="rId3"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image" Target="../media/image5.jpeg"/><Relationship Id="rId2" Type="http://schemas.openxmlformats.org/officeDocument/2006/relationships/slideLayout" Target="../slideLayouts/slideLayout2.xml"/><Relationship Id="rId3"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image" Target="../media/image5.jpeg"/><Relationship Id="rId2" Type="http://schemas.openxmlformats.org/officeDocument/2006/relationships/slideLayout" Target="../slideLayouts/slideLayout2.xml"/><Relationship Id="rId3"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image" Target="../media/image5.jpeg"/><Relationship Id="rId2" Type="http://schemas.openxmlformats.org/officeDocument/2006/relationships/slideLayout" Target="../slideLayouts/slideLayout2.xml"/><Relationship Id="rId3"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image" Target="../media/image5.jpeg"/><Relationship Id="rId2" Type="http://schemas.openxmlformats.org/officeDocument/2006/relationships/slideLayout" Target="../slideLayouts/slideLayout2.xml"/><Relationship Id="rId3"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image" Target="../media/image5.jpeg"/><Relationship Id="rId2" Type="http://schemas.openxmlformats.org/officeDocument/2006/relationships/slideLayout" Target="../slideLayouts/slideLayout2.xml"/><Relationship Id="rId3"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image" Target="../media/image5.jpeg"/><Relationship Id="rId2" Type="http://schemas.openxmlformats.org/officeDocument/2006/relationships/slideLayout" Target="../slideLayouts/slideLayout2.xml"/><Relationship Id="rId3"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image" Target="../media/image5.jpeg"/><Relationship Id="rId2" Type="http://schemas.openxmlformats.org/officeDocument/2006/relationships/image" Target="../media/image6.png"/><Relationship Id="rId3" Type="http://schemas.openxmlformats.org/officeDocument/2006/relationships/slideLayout" Target="../slideLayouts/slideLayout2.xml"/><Relationship Id="rId4"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image" Target="../media/image5.jpeg"/><Relationship Id="rId2" Type="http://schemas.openxmlformats.org/officeDocument/2006/relationships/image" Target="../media/image7.png"/><Relationship Id="rId3" Type="http://schemas.openxmlformats.org/officeDocument/2006/relationships/slideLayout" Target="../slideLayouts/slideLayout2.xml"/><Relationship Id="rId4"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image" Target="../media/image5.jpeg"/><Relationship Id="rId2" Type="http://schemas.openxmlformats.org/officeDocument/2006/relationships/image" Target="../media/image8.png"/><Relationship Id="rId3" Type="http://schemas.openxmlformats.org/officeDocument/2006/relationships/slideLayout" Target="../slideLayouts/slideLayout2.xml"/><Relationship Id="rId4"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image" Target="../media/image5.jpeg"/><Relationship Id="rId2" Type="http://schemas.openxmlformats.org/officeDocument/2006/relationships/image" Target="../media/image9.png"/><Relationship Id="rId3" Type="http://schemas.openxmlformats.org/officeDocument/2006/relationships/slideLayout" Target="../slideLayouts/slideLayout2.xml"/><Relationship Id="rId4"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image" Target="../media/image5.jpeg"/><Relationship Id="rId2" Type="http://schemas.openxmlformats.org/officeDocument/2006/relationships/slideLayout" Target="../slideLayouts/slideLayout2.xml"/><Relationship Id="rId3"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image" Target="../media/image5.jpeg"/><Relationship Id="rId2" Type="http://schemas.openxmlformats.org/officeDocument/2006/relationships/slideLayout" Target="../slideLayouts/slideLayout2.xml"/><Relationship Id="rId3" Type="http://schemas.openxmlformats.org/officeDocument/2006/relationships/notesSlide" Target="../notesSlides/notesSlide21.xml"/>
</Relationships>
</file>

<file path=ppt/slides/_rels/slide22.xml.rels><?xml version="1.0" encoding="UTF-8"?>
<Relationships xmlns="http://schemas.openxmlformats.org/package/2006/relationships"><Relationship Id="rId1" Type="http://schemas.openxmlformats.org/officeDocument/2006/relationships/image" Target="../media/image5.jpeg"/><Relationship Id="rId2" Type="http://schemas.openxmlformats.org/officeDocument/2006/relationships/image" Target="../media/image10.png"/><Relationship Id="rId3" Type="http://schemas.openxmlformats.org/officeDocument/2006/relationships/slideLayout" Target="../slideLayouts/slideLayout2.xml"/><Relationship Id="rId4" Type="http://schemas.openxmlformats.org/officeDocument/2006/relationships/notesSlide" Target="../notesSlides/notesSlide22.xml"/>
</Relationships>
</file>

<file path=ppt/slides/_rels/slide23.xml.rels><?xml version="1.0" encoding="UTF-8"?>
<Relationships xmlns="http://schemas.openxmlformats.org/package/2006/relationships"><Relationship Id="rId1" Type="http://schemas.openxmlformats.org/officeDocument/2006/relationships/image" Target="../media/image5.jpeg"/><Relationship Id="rId2" Type="http://schemas.openxmlformats.org/officeDocument/2006/relationships/slideLayout" Target="../slideLayouts/slideLayout2.xml"/><Relationship Id="rId3" Type="http://schemas.openxmlformats.org/officeDocument/2006/relationships/notesSlide" Target="../notesSlides/notesSlide23.xml"/>
</Relationships>
</file>

<file path=ppt/slides/_rels/slide24.xml.rels><?xml version="1.0" encoding="UTF-8"?>
<Relationships xmlns="http://schemas.openxmlformats.org/package/2006/relationships"><Relationship Id="rId1" Type="http://schemas.openxmlformats.org/officeDocument/2006/relationships/image" Target="../media/image5.jpeg"/><Relationship Id="rId2" Type="http://schemas.openxmlformats.org/officeDocument/2006/relationships/slideLayout" Target="../slideLayouts/slideLayout2.xml"/><Relationship Id="rId3" Type="http://schemas.openxmlformats.org/officeDocument/2006/relationships/notesSlide" Target="../notesSlides/notesSlide24.xml"/>
</Relationships>
</file>

<file path=ppt/slides/_rels/slide25.xml.rels><?xml version="1.0" encoding="UTF-8"?>
<Relationships xmlns="http://schemas.openxmlformats.org/package/2006/relationships"><Relationship Id="rId1" Type="http://schemas.openxmlformats.org/officeDocument/2006/relationships/image" Target="../media/image5.jpeg"/><Relationship Id="rId2" Type="http://schemas.openxmlformats.org/officeDocument/2006/relationships/slideLayout" Target="../slideLayouts/slideLayout2.xml"/><Relationship Id="rId3" Type="http://schemas.openxmlformats.org/officeDocument/2006/relationships/notesSlide" Target="../notesSlides/notesSlide25.xml"/>
</Relationships>
</file>

<file path=ppt/slides/_rels/slide26.xml.rels><?xml version="1.0" encoding="UTF-8"?>
<Relationships xmlns="http://schemas.openxmlformats.org/package/2006/relationships"><Relationship Id="rId1" Type="http://schemas.openxmlformats.org/officeDocument/2006/relationships/image" Target="../media/image5.jpeg"/><Relationship Id="rId2" Type="http://schemas.openxmlformats.org/officeDocument/2006/relationships/slideLayout" Target="../slideLayouts/slideLayout2.xml"/><Relationship Id="rId3" Type="http://schemas.openxmlformats.org/officeDocument/2006/relationships/notesSlide" Target="../notesSlides/notesSlide26.xml"/>
</Relationships>
</file>

<file path=ppt/slides/_rels/slide27.xml.rels><?xml version="1.0" encoding="UTF-8"?>
<Relationships xmlns="http://schemas.openxmlformats.org/package/2006/relationships"><Relationship Id="rId1" Type="http://schemas.openxmlformats.org/officeDocument/2006/relationships/image" Target="../media/image5.jpeg"/><Relationship Id="rId2" Type="http://schemas.openxmlformats.org/officeDocument/2006/relationships/slideLayout" Target="../slideLayouts/slideLayout2.xml"/><Relationship Id="rId3" Type="http://schemas.openxmlformats.org/officeDocument/2006/relationships/notesSlide" Target="../notesSlides/notesSlide27.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MasterSp="0">
  <p:cSld>
    <p:spTree>
      <p:nvGrpSpPr>
        <p:cNvPr id="1" name=""/>
        <p:cNvGrpSpPr/>
        <p:nvPr/>
      </p:nvGrpSpPr>
      <p:grpSpPr>
        <a:xfrm>
          <a:off x="0" y="0"/>
          <a:ext cx="0" cy="0"/>
          <a:chOff x="0" y="0"/>
          <a:chExt cx="0" cy="0"/>
        </a:xfrm>
      </p:grpSpPr>
      <p:sp>
        <p:nvSpPr>
          <p:cNvPr id="35" name="object 2"/>
          <p:cNvSpPr/>
          <p:nvPr/>
        </p:nvSpPr>
        <p:spPr>
          <a:xfrm>
            <a:off x="194400" y="137880"/>
            <a:ext cx="11877480" cy="6582960"/>
          </a:xfrm>
          <a:custGeom>
            <a:avLst/>
            <a:gdLst>
              <a:gd name="textAreaLeft" fmla="*/ 0 w 11877480"/>
              <a:gd name="textAreaRight" fmla="*/ 11878200 w 11877480"/>
              <a:gd name="textAreaTop" fmla="*/ 0 h 6582960"/>
              <a:gd name="textAreaBottom" fmla="*/ 6583680 h 6582960"/>
            </a:gdLst>
            <a:ahLst/>
            <a:cxnLst/>
            <a:rect l="textAreaLeft" t="textAreaTop" r="textAreaRight" b="textAreaBottom"/>
            <a:pathLst>
              <a:path w="11878310" h="6583680">
                <a:moveTo>
                  <a:pt x="0" y="6583680"/>
                </a:moveTo>
                <a:lnTo>
                  <a:pt x="11878056" y="6583680"/>
                </a:lnTo>
                <a:lnTo>
                  <a:pt x="11878056" y="0"/>
                </a:lnTo>
                <a:lnTo>
                  <a:pt x="0" y="0"/>
                </a:lnTo>
                <a:lnTo>
                  <a:pt x="0" y="6583680"/>
                </a:lnTo>
                <a:close/>
              </a:path>
            </a:pathLst>
          </a:custGeom>
          <a:noFill/>
          <a:ln w="28575">
            <a:solidFill>
              <a:srgbClr val="2D528F"/>
            </a:solidFill>
            <a:round/>
          </a:ln>
        </p:spPr>
        <p:style>
          <a:lnRef idx="0"/>
          <a:fillRef idx="0"/>
          <a:effectRef idx="0"/>
          <a:fontRef idx="minor"/>
        </p:style>
        <p:txBody>
          <a:bodyPr lIns="0" tIns="0" rIns="0" bIns="0" anchor="t">
            <a:noAutofit/>
          </a:bodyPr>
          <a:p>
            <a:endParaRPr lang="en-IN" sz="1800" b="0" u="none" strike="noStrike">
              <a:solidFill>
                <a:srgbClr val="000000"/>
              </a:solidFill>
              <a:effectLst/>
              <a:uFillTx/>
              <a:latin typeface="Arial"/>
            </a:endParaRPr>
          </a:p>
        </p:txBody>
      </p:sp>
      <p:sp>
        <p:nvSpPr>
          <p:cNvPr id="36" name="PlaceHolder 1"/>
          <p:cNvSpPr>
            <a:spLocks noGrp="1"/>
          </p:cNvSpPr>
          <p:nvPr>
            <p:ph type="title"/>
          </p:nvPr>
        </p:nvSpPr>
        <p:spPr>
          <a:xfrm>
            <a:off x="2418840" y="176400"/>
            <a:ext cx="7927920" cy="1076400"/>
          </a:xfrm>
          <a:prstGeom prst="rect">
            <a:avLst/>
          </a:prstGeom>
          <a:noFill/>
          <a:ln w="0">
            <a:noFill/>
          </a:ln>
        </p:spPr>
        <p:txBody>
          <a:bodyPr lIns="0" tIns="172800" rIns="0" bIns="0" anchor="t">
            <a:spAutoFit/>
          </a:bodyPr>
          <a:p>
            <a:pPr marL="167760" indent="0" algn="l">
              <a:lnSpc>
                <a:spcPct val="100000"/>
              </a:lnSpc>
              <a:spcBef>
                <a:spcPts val="1361"/>
              </a:spcBef>
              <a:buNone/>
              <a:tabLst>
                <a:tab pos="0" algn="l"/>
              </a:tabLst>
            </a:pPr>
            <a:r>
              <a:rPr lang="en-IN" sz="3500" b="1" u="none" strike="noStrike">
                <a:solidFill>
                  <a:srgbClr val="C00000"/>
                </a:solidFill>
                <a:effectLst/>
                <a:uFillTx/>
                <a:latin typeface="Times New Roman"/>
              </a:rPr>
              <a:t>K</a:t>
            </a:r>
            <a:r>
              <a:rPr lang="en-IN" sz="3500" b="1" u="none" spc="-11" strike="noStrike">
                <a:solidFill>
                  <a:srgbClr val="C00000"/>
                </a:solidFill>
                <a:effectLst/>
                <a:uFillTx/>
                <a:latin typeface="Times New Roman"/>
              </a:rPr>
              <a:t> </a:t>
            </a:r>
            <a:r>
              <a:rPr lang="en-IN" sz="3500" b="1" u="none" strike="noStrike">
                <a:solidFill>
                  <a:srgbClr val="C00000"/>
                </a:solidFill>
                <a:effectLst/>
                <a:uFillTx/>
                <a:latin typeface="Times New Roman"/>
              </a:rPr>
              <a:t>S</a:t>
            </a:r>
            <a:r>
              <a:rPr lang="en-IN" sz="3500" b="1" u="none" spc="-11" strike="noStrike">
                <a:solidFill>
                  <a:srgbClr val="C00000"/>
                </a:solidFill>
                <a:effectLst/>
                <a:uFillTx/>
                <a:latin typeface="Times New Roman"/>
              </a:rPr>
              <a:t> </a:t>
            </a:r>
            <a:r>
              <a:rPr lang="en-IN" sz="3500" b="1" u="none" strike="noStrike">
                <a:solidFill>
                  <a:srgbClr val="C00000"/>
                </a:solidFill>
                <a:effectLst/>
                <a:uFillTx/>
                <a:latin typeface="Times New Roman"/>
              </a:rPr>
              <a:t>INSTITUTE</a:t>
            </a:r>
            <a:r>
              <a:rPr lang="en-IN" sz="3500" b="1" u="none" spc="-20" strike="noStrike">
                <a:solidFill>
                  <a:srgbClr val="C00000"/>
                </a:solidFill>
                <a:effectLst/>
                <a:uFillTx/>
                <a:latin typeface="Times New Roman"/>
              </a:rPr>
              <a:t> </a:t>
            </a:r>
            <a:r>
              <a:rPr lang="en-IN" sz="3500" b="1" u="none" strike="noStrike">
                <a:solidFill>
                  <a:srgbClr val="C00000"/>
                </a:solidFill>
                <a:effectLst/>
                <a:uFillTx/>
                <a:latin typeface="Times New Roman"/>
              </a:rPr>
              <a:t>OF</a:t>
            </a:r>
            <a:r>
              <a:rPr lang="en-IN" sz="3500" b="1" u="none" spc="-204" strike="noStrike">
                <a:solidFill>
                  <a:srgbClr val="C00000"/>
                </a:solidFill>
                <a:effectLst/>
                <a:uFillTx/>
                <a:latin typeface="Times New Roman"/>
              </a:rPr>
              <a:t> </a:t>
            </a:r>
            <a:r>
              <a:rPr lang="en-IN" sz="3500" b="1" u="none" spc="-11" strike="noStrike">
                <a:solidFill>
                  <a:srgbClr val="C00000"/>
                </a:solidFill>
                <a:effectLst/>
                <a:uFillTx/>
                <a:latin typeface="Times New Roman"/>
              </a:rPr>
              <a:t>TECHNOLOGY</a:t>
            </a:r>
            <a:endParaRPr lang="en-IN" sz="3500" b="0" u="none" strike="noStrike">
              <a:solidFill>
                <a:srgbClr val="000000"/>
              </a:solidFill>
              <a:effectLst/>
              <a:uFillTx/>
              <a:latin typeface="Calibri"/>
            </a:endParaRPr>
          </a:p>
          <a:p>
            <a:pPr marL="12600" indent="0" algn="l">
              <a:lnSpc>
                <a:spcPct val="100000"/>
              </a:lnSpc>
              <a:spcBef>
                <a:spcPts val="646"/>
              </a:spcBef>
              <a:buNone/>
              <a:tabLst>
                <a:tab pos="0" algn="l"/>
              </a:tabLst>
            </a:pPr>
            <a:r>
              <a:rPr lang="en-IN" sz="1800" b="1" u="none" spc="-26" strike="noStrike">
                <a:solidFill>
                  <a:srgbClr val="81034D"/>
                </a:solidFill>
                <a:effectLst/>
                <a:uFillTx/>
                <a:latin typeface="Times New Roman"/>
              </a:rPr>
              <a:t>DEPARTMENT</a:t>
            </a:r>
            <a:r>
              <a:rPr lang="en-IN" sz="1800" b="1" u="none" spc="-65" strike="noStrike">
                <a:solidFill>
                  <a:srgbClr val="81034D"/>
                </a:solidFill>
                <a:effectLst/>
                <a:uFillTx/>
                <a:latin typeface="Times New Roman"/>
              </a:rPr>
              <a:t> </a:t>
            </a:r>
            <a:r>
              <a:rPr lang="en-IN" sz="1800" b="1" u="none" spc="-20" strike="noStrike">
                <a:solidFill>
                  <a:srgbClr val="81034D"/>
                </a:solidFill>
                <a:effectLst/>
                <a:uFillTx/>
                <a:latin typeface="Times New Roman"/>
              </a:rPr>
              <a:t>OF</a:t>
            </a:r>
            <a:r>
              <a:rPr lang="en-IN" sz="1800" b="1" u="none" spc="-170" strike="noStrike">
                <a:solidFill>
                  <a:srgbClr val="81034D"/>
                </a:solidFill>
                <a:effectLst/>
                <a:uFillTx/>
                <a:latin typeface="Times New Roman"/>
              </a:rPr>
              <a:t> </a:t>
            </a:r>
            <a:r>
              <a:rPr lang="en-IN" sz="1800" b="1" u="none" spc="-11" strike="noStrike">
                <a:solidFill>
                  <a:srgbClr val="81034D"/>
                </a:solidFill>
                <a:effectLst/>
                <a:uFillTx/>
                <a:latin typeface="Times New Roman"/>
              </a:rPr>
              <a:t>ARTIFICIAL</a:t>
            </a:r>
            <a:r>
              <a:rPr lang="en-IN" sz="1800" b="1" u="none" spc="-96" strike="noStrike">
                <a:solidFill>
                  <a:srgbClr val="81034D"/>
                </a:solidFill>
                <a:effectLst/>
                <a:uFillTx/>
                <a:latin typeface="Times New Roman"/>
              </a:rPr>
              <a:t> </a:t>
            </a:r>
            <a:r>
              <a:rPr lang="en-IN" sz="1800" b="1" u="none" strike="noStrike">
                <a:solidFill>
                  <a:srgbClr val="81034D"/>
                </a:solidFill>
                <a:effectLst/>
                <a:uFillTx/>
                <a:latin typeface="Times New Roman"/>
              </a:rPr>
              <a:t>INTELLIGENCE</a:t>
            </a:r>
            <a:r>
              <a:rPr lang="en-IN" sz="1800" b="1" u="none" spc="-11" strike="noStrike">
                <a:solidFill>
                  <a:srgbClr val="81034D"/>
                </a:solidFill>
                <a:effectLst/>
                <a:uFillTx/>
                <a:latin typeface="Times New Roman"/>
              </a:rPr>
              <a:t> </a:t>
            </a:r>
            <a:r>
              <a:rPr lang="en-IN" sz="1800" b="1" u="none" strike="noStrike">
                <a:solidFill>
                  <a:srgbClr val="81034D"/>
                </a:solidFill>
                <a:effectLst/>
                <a:uFillTx/>
                <a:latin typeface="Times New Roman"/>
              </a:rPr>
              <a:t>&amp;</a:t>
            </a:r>
            <a:r>
              <a:rPr lang="en-IN" sz="1800" b="1" u="none" spc="-11" strike="noStrike">
                <a:solidFill>
                  <a:srgbClr val="81034D"/>
                </a:solidFill>
                <a:effectLst/>
                <a:uFillTx/>
                <a:latin typeface="Times New Roman"/>
              </a:rPr>
              <a:t> </a:t>
            </a:r>
            <a:r>
              <a:rPr lang="en-IN" sz="1800" b="1" u="none" strike="noStrike">
                <a:solidFill>
                  <a:srgbClr val="81034D"/>
                </a:solidFill>
                <a:effectLst/>
                <a:uFillTx/>
                <a:latin typeface="Times New Roman"/>
              </a:rPr>
              <a:t>MACHINE</a:t>
            </a:r>
            <a:r>
              <a:rPr lang="en-IN" sz="1800" b="1" u="none" spc="-14" strike="noStrike">
                <a:solidFill>
                  <a:srgbClr val="81034D"/>
                </a:solidFill>
                <a:effectLst/>
                <a:uFillTx/>
                <a:latin typeface="Times New Roman"/>
              </a:rPr>
              <a:t> </a:t>
            </a:r>
            <a:r>
              <a:rPr lang="en-IN" sz="1800" b="1" u="none" spc="-11" strike="noStrike">
                <a:solidFill>
                  <a:srgbClr val="81034D"/>
                </a:solidFill>
                <a:effectLst/>
                <a:uFillTx/>
                <a:latin typeface="Times New Roman"/>
              </a:rPr>
              <a:t>LEARNING</a:t>
            </a:r>
            <a:endParaRPr lang="en-IN" sz="1800" b="0" u="none" strike="noStrike">
              <a:solidFill>
                <a:srgbClr val="000000"/>
              </a:solidFill>
              <a:effectLst/>
              <a:uFillTx/>
              <a:latin typeface="Calibri"/>
            </a:endParaRPr>
          </a:p>
        </p:txBody>
      </p:sp>
      <p:sp>
        <p:nvSpPr>
          <p:cNvPr id="37" name="object 4"/>
          <p:cNvSpPr/>
          <p:nvPr/>
        </p:nvSpPr>
        <p:spPr>
          <a:xfrm>
            <a:off x="1461240" y="1212840"/>
            <a:ext cx="9268920" cy="3050640"/>
          </a:xfrm>
          <a:prstGeom prst="rect">
            <a:avLst/>
          </a:prstGeom>
          <a:noFill/>
          <a:ln w="0">
            <a:noFill/>
          </a:ln>
        </p:spPr>
        <p:style>
          <a:lnRef idx="0"/>
          <a:fillRef idx="0"/>
          <a:effectRef idx="0"/>
          <a:fontRef idx="minor"/>
        </p:style>
        <p:txBody>
          <a:bodyPr lIns="0" tIns="159480" rIns="0" bIns="0" anchor="t">
            <a:spAutoFit/>
          </a:bodyPr>
          <a:p>
            <a:pPr algn="ctr">
              <a:lnSpc>
                <a:spcPct val="100000"/>
              </a:lnSpc>
              <a:spcBef>
                <a:spcPts val="1256"/>
              </a:spcBef>
            </a:pPr>
            <a:r>
              <a:rPr lang="en-IN" sz="2800" b="1" u="none" strike="noStrike">
                <a:solidFill>
                  <a:srgbClr val="6F2F9F"/>
                </a:solidFill>
                <a:effectLst/>
                <a:uFillTx/>
                <a:latin typeface="Times New Roman"/>
              </a:rPr>
              <a:t>PROJECT</a:t>
            </a:r>
            <a:r>
              <a:rPr lang="en-IN" sz="2800" b="1" u="none" spc="-119" strike="noStrike">
                <a:solidFill>
                  <a:srgbClr val="6F2F9F"/>
                </a:solidFill>
                <a:effectLst/>
                <a:uFillTx/>
                <a:latin typeface="Times New Roman"/>
              </a:rPr>
              <a:t>  PHASE -2</a:t>
            </a:r>
            <a:endParaRPr lang="en-IN" sz="2800" b="0" u="none" strike="noStrike">
              <a:solidFill>
                <a:srgbClr val="000000"/>
              </a:solidFill>
              <a:effectLst/>
              <a:uFillTx/>
              <a:latin typeface="Arial"/>
            </a:endParaRPr>
          </a:p>
          <a:p>
            <a:pPr algn="ctr">
              <a:lnSpc>
                <a:spcPct val="100000"/>
              </a:lnSpc>
              <a:spcBef>
                <a:spcPts val="1256"/>
              </a:spcBef>
            </a:pPr>
            <a:r>
              <a:rPr lang="en-IN" sz="2800" b="1" u="none" spc="-119" strike="noStrike">
                <a:solidFill>
                  <a:srgbClr val="6F2F9F"/>
                </a:solidFill>
                <a:effectLst/>
                <a:uFillTx/>
                <a:latin typeface="Times New Roman"/>
              </a:rPr>
              <a:t> REVIEW 2- BAI786</a:t>
            </a:r>
            <a:endParaRPr lang="en-IN" sz="2800" b="0" u="none" strike="noStrike">
              <a:solidFill>
                <a:srgbClr val="000000"/>
              </a:solidFill>
              <a:effectLst/>
              <a:uFillTx/>
              <a:latin typeface="Arial"/>
            </a:endParaRPr>
          </a:p>
          <a:p>
            <a:pPr marL="236880" algn="ctr">
              <a:lnSpc>
                <a:spcPct val="100000"/>
              </a:lnSpc>
              <a:spcBef>
                <a:spcPts val="1001"/>
              </a:spcBef>
            </a:pPr>
            <a:r>
              <a:rPr lang="en-IN" sz="2400" b="1" u="none" spc="-11" strike="noStrike">
                <a:solidFill>
                  <a:srgbClr val="FF0000"/>
                </a:solidFill>
                <a:effectLst/>
                <a:uFillTx/>
                <a:latin typeface="Times New Roman"/>
              </a:rPr>
              <a:t>PRESENTATION ON</a:t>
            </a:r>
            <a:endParaRPr lang="en-IN" sz="2400" b="0" u="none" strike="noStrike">
              <a:solidFill>
                <a:srgbClr val="000000"/>
              </a:solidFill>
              <a:effectLst/>
              <a:uFillTx/>
              <a:latin typeface="Arial"/>
            </a:endParaRPr>
          </a:p>
          <a:p>
            <a:pPr marL="236880" algn="ctr">
              <a:lnSpc>
                <a:spcPct val="100000"/>
              </a:lnSpc>
              <a:spcBef>
                <a:spcPts val="1001"/>
              </a:spcBef>
            </a:pPr>
            <a:r>
              <a:rPr lang="en-IN" sz="2400" b="1" u="none" spc="-11" strike="noStrike">
                <a:solidFill>
                  <a:srgbClr val="FF0000"/>
                </a:solidFill>
                <a:effectLst/>
                <a:uFillTx/>
                <a:latin typeface="Times New Roman"/>
              </a:rPr>
              <a:t>Automated Brain Tumour Detection and Classification from MRI Scans Using Deep Learning</a:t>
            </a:r>
            <a:endParaRPr lang="en-IN" sz="2400" b="0" u="none" strike="noStrike">
              <a:solidFill>
                <a:srgbClr val="000000"/>
              </a:solidFill>
              <a:effectLst/>
              <a:uFillTx/>
              <a:latin typeface="Arial"/>
            </a:endParaRPr>
          </a:p>
          <a:p>
            <a:pPr marL="236880" algn="ctr">
              <a:lnSpc>
                <a:spcPct val="100000"/>
              </a:lnSpc>
              <a:spcBef>
                <a:spcPts val="1001"/>
              </a:spcBef>
            </a:pPr>
            <a:r>
              <a:rPr lang="en-IN" sz="2400" b="1" u="none" spc="-11" strike="noStrike">
                <a:solidFill>
                  <a:srgbClr val="FF0000"/>
                </a:solidFill>
                <a:effectLst/>
                <a:uFillTx/>
                <a:latin typeface="Times New Roman"/>
              </a:rPr>
              <a:t> BATCH 4</a:t>
            </a:r>
            <a:endParaRPr lang="en-IN" sz="2400" b="0" u="none" strike="noStrike">
              <a:solidFill>
                <a:srgbClr val="000000"/>
              </a:solidFill>
              <a:effectLst/>
              <a:uFillTx/>
              <a:latin typeface="Arial"/>
            </a:endParaRPr>
          </a:p>
        </p:txBody>
      </p:sp>
      <p:grpSp>
        <p:nvGrpSpPr>
          <p:cNvPr id="38" name="object 5"/>
          <p:cNvGrpSpPr/>
          <p:nvPr/>
        </p:nvGrpSpPr>
        <p:grpSpPr>
          <a:xfrm>
            <a:off x="7318800" y="4470840"/>
            <a:ext cx="3497760" cy="201240"/>
            <a:chOff x="7318800" y="4470840"/>
            <a:chExt cx="3497760" cy="201240"/>
          </a:xfrm>
        </p:grpSpPr>
        <p:pic>
          <p:nvPicPr>
            <p:cNvPr id="39" name="object 6"/>
            <p:cNvPicPr/>
            <p:nvPr/>
          </p:nvPicPr>
          <p:blipFill>
            <a:blip r:embed="rId1"/>
            <a:stretch/>
          </p:blipFill>
          <p:spPr>
            <a:xfrm>
              <a:off x="7318800" y="4470840"/>
              <a:ext cx="3497760" cy="201240"/>
            </a:xfrm>
            <a:prstGeom prst="rect">
              <a:avLst/>
            </a:prstGeom>
            <a:noFill/>
            <a:ln w="0">
              <a:noFill/>
            </a:ln>
          </p:spPr>
        </p:pic>
        <p:pic>
          <p:nvPicPr>
            <p:cNvPr id="40" name="object 7"/>
            <p:cNvPicPr/>
            <p:nvPr/>
          </p:nvPicPr>
          <p:blipFill>
            <a:blip r:embed="rId2"/>
            <a:stretch/>
          </p:blipFill>
          <p:spPr>
            <a:xfrm>
              <a:off x="7327800" y="4474080"/>
              <a:ext cx="3477960" cy="175680"/>
            </a:xfrm>
            <a:prstGeom prst="rect">
              <a:avLst/>
            </a:prstGeom>
            <a:noFill/>
            <a:ln w="0">
              <a:noFill/>
            </a:ln>
          </p:spPr>
        </p:pic>
      </p:grpSp>
      <p:sp>
        <p:nvSpPr>
          <p:cNvPr id="41" name="object 9"/>
          <p:cNvSpPr/>
          <p:nvPr/>
        </p:nvSpPr>
        <p:spPr>
          <a:xfrm>
            <a:off x="7318800" y="4752720"/>
            <a:ext cx="4339080" cy="1603080"/>
          </a:xfrm>
          <a:prstGeom prst="rect">
            <a:avLst/>
          </a:prstGeom>
          <a:noFill/>
          <a:ln w="0">
            <a:noFill/>
          </a:ln>
        </p:spPr>
        <p:style>
          <a:lnRef idx="0"/>
          <a:fillRef idx="0"/>
          <a:effectRef idx="0"/>
          <a:fontRef idx="minor"/>
        </p:style>
        <p:txBody>
          <a:bodyPr lIns="0" tIns="13320" rIns="0" bIns="0" anchor="t">
            <a:spAutoFit/>
          </a:bodyPr>
          <a:p>
            <a:pPr marL="12600">
              <a:lnSpc>
                <a:spcPct val="100000"/>
              </a:lnSpc>
              <a:spcBef>
                <a:spcPts val="105"/>
              </a:spcBef>
            </a:pPr>
            <a:r>
              <a:rPr lang="en-US" sz="2000" b="1" u="none" spc="-11" strike="noStrike">
                <a:solidFill>
                  <a:srgbClr val="001F5F"/>
                </a:solidFill>
                <a:effectLst/>
                <a:uFillTx/>
                <a:latin typeface="Times New Roman"/>
              </a:rPr>
              <a:t>Dr. Suresh M B</a:t>
            </a:r>
            <a:endParaRPr lang="en-IN" sz="2000" b="0" u="none" strike="noStrike">
              <a:solidFill>
                <a:srgbClr val="000000"/>
              </a:solidFill>
              <a:effectLst/>
              <a:uFillTx/>
              <a:latin typeface="Arial"/>
            </a:endParaRPr>
          </a:p>
          <a:p>
            <a:pPr marL="12600">
              <a:lnSpc>
                <a:spcPct val="100000"/>
              </a:lnSpc>
              <a:spcBef>
                <a:spcPts val="105"/>
              </a:spcBef>
            </a:pPr>
            <a:r>
              <a:rPr lang="en-US" sz="2000" b="1" u="none" spc="-11" strike="noStrike">
                <a:solidFill>
                  <a:srgbClr val="001F5F"/>
                </a:solidFill>
                <a:effectLst/>
                <a:uFillTx/>
                <a:latin typeface="Times New Roman"/>
              </a:rPr>
              <a:t>Prof. and Head, Department of AIML</a:t>
            </a:r>
            <a:endParaRPr lang="en-IN" sz="2000" b="0" u="none" strike="noStrike">
              <a:solidFill>
                <a:srgbClr val="000000"/>
              </a:solidFill>
              <a:effectLst/>
              <a:uFillTx/>
              <a:latin typeface="Arial"/>
            </a:endParaRPr>
          </a:p>
          <a:p>
            <a:pPr marL="12600">
              <a:lnSpc>
                <a:spcPct val="100000"/>
              </a:lnSpc>
              <a:spcBef>
                <a:spcPts val="105"/>
              </a:spcBef>
            </a:pPr>
            <a:r>
              <a:rPr lang="en-US" sz="2000" b="1" u="none" spc="-11" strike="noStrike">
                <a:solidFill>
                  <a:srgbClr val="001F5F"/>
                </a:solidFill>
                <a:effectLst/>
                <a:uFillTx/>
                <a:latin typeface="Times New Roman"/>
              </a:rPr>
              <a:t>K.S.I.T</a:t>
            </a:r>
            <a:endParaRPr lang="en-IN" sz="2000" b="0" u="none" strike="noStrike">
              <a:solidFill>
                <a:srgbClr val="000000"/>
              </a:solidFill>
              <a:effectLst/>
              <a:uFillTx/>
              <a:latin typeface="Arial"/>
            </a:endParaRPr>
          </a:p>
          <a:p>
            <a:pPr marL="12600">
              <a:lnSpc>
                <a:spcPct val="100000"/>
              </a:lnSpc>
              <a:spcBef>
                <a:spcPts val="105"/>
              </a:spcBef>
            </a:pPr>
            <a:endParaRPr lang="en-IN" sz="2000" b="0" u="none" strike="noStrike">
              <a:solidFill>
                <a:srgbClr val="000000"/>
              </a:solidFill>
              <a:effectLst/>
              <a:uFillTx/>
              <a:latin typeface="Arial"/>
            </a:endParaRPr>
          </a:p>
          <a:p>
            <a:pPr marL="12600">
              <a:lnSpc>
                <a:spcPct val="100000"/>
              </a:lnSpc>
              <a:spcBef>
                <a:spcPts val="105"/>
              </a:spcBef>
            </a:pPr>
            <a:r>
              <a:rPr lang="en-US" sz="2000" b="1" u="none" spc="-11" strike="noStrike">
                <a:solidFill>
                  <a:srgbClr val="001F5F"/>
                </a:solidFill>
                <a:effectLst/>
                <a:uFillTx/>
                <a:latin typeface="Times New Roman"/>
              </a:rPr>
              <a:t> </a:t>
            </a:r>
            <a:endParaRPr lang="en-IN" sz="2000" b="0" u="none" strike="noStrike">
              <a:solidFill>
                <a:srgbClr val="000000"/>
              </a:solidFill>
              <a:effectLst/>
              <a:uFillTx/>
              <a:latin typeface="Arial"/>
            </a:endParaRPr>
          </a:p>
        </p:txBody>
      </p:sp>
      <p:pic>
        <p:nvPicPr>
          <p:cNvPr id="42" name="object 10"/>
          <p:cNvPicPr/>
          <p:nvPr/>
        </p:nvPicPr>
        <p:blipFill>
          <a:blip r:embed="rId3"/>
          <a:stretch/>
        </p:blipFill>
        <p:spPr>
          <a:xfrm>
            <a:off x="833760" y="4470840"/>
            <a:ext cx="1773720" cy="176400"/>
          </a:xfrm>
          <a:prstGeom prst="rect">
            <a:avLst/>
          </a:prstGeom>
          <a:noFill/>
          <a:ln w="0">
            <a:noFill/>
          </a:ln>
        </p:spPr>
      </p:pic>
      <p:sp>
        <p:nvSpPr>
          <p:cNvPr id="43" name="object 11"/>
          <p:cNvSpPr/>
          <p:nvPr/>
        </p:nvSpPr>
        <p:spPr>
          <a:xfrm>
            <a:off x="833760" y="4825440"/>
            <a:ext cx="4575600" cy="946800"/>
          </a:xfrm>
          <a:prstGeom prst="rect">
            <a:avLst/>
          </a:prstGeom>
          <a:noFill/>
          <a:ln w="0">
            <a:noFill/>
          </a:ln>
        </p:spPr>
        <p:style>
          <a:lnRef idx="0"/>
          <a:fillRef idx="0"/>
          <a:effectRef idx="0"/>
          <a:fontRef idx="minor"/>
        </p:style>
        <p:txBody>
          <a:bodyPr lIns="0" tIns="39240" rIns="0" bIns="0" anchor="t">
            <a:spAutoFit/>
          </a:bodyPr>
          <a:p>
            <a:pPr marL="355680" indent="-343080" algn="just">
              <a:lnSpc>
                <a:spcPct val="100000"/>
              </a:lnSpc>
              <a:spcBef>
                <a:spcPts val="309"/>
              </a:spcBef>
              <a:buClr>
                <a:srgbClr val="001F5F"/>
              </a:buClr>
              <a:buFont typeface="OpenSymbol"/>
              <a:buAutoNum type="arabicPeriod"/>
              <a:tabLst>
                <a:tab pos="354960" algn="l"/>
              </a:tabLst>
            </a:pPr>
            <a:r>
              <a:rPr lang="en-US" sz="1800" b="1" u="none" spc="-11" strike="noStrike">
                <a:solidFill>
                  <a:srgbClr val="001F5F"/>
                </a:solidFill>
                <a:effectLst/>
                <a:uFillTx/>
                <a:latin typeface="Times New Roman"/>
              </a:rPr>
              <a:t>Harshavardhan K</a:t>
            </a:r>
            <a:r>
              <a:rPr lang="en-US" sz="1800" b="1" u="none" spc="-11" strike="noStrike">
                <a:solidFill>
                  <a:srgbClr val="001F5F"/>
                </a:solidFill>
                <a:effectLst/>
                <a:uFillTx/>
                <a:latin typeface="Times New Roman"/>
              </a:rPr>
              <a:t>	</a:t>
            </a:r>
            <a:r>
              <a:rPr lang="en-IN" sz="1800" b="1" u="none" spc="-11" strike="noStrike">
                <a:solidFill>
                  <a:srgbClr val="001F5F"/>
                </a:solidFill>
                <a:effectLst/>
                <a:uFillTx/>
                <a:latin typeface="Times New Roman"/>
              </a:rPr>
              <a:t>(1KS23AI014)</a:t>
            </a:r>
            <a:endParaRPr lang="en-IN" sz="1800" b="0" u="none" strike="noStrike">
              <a:solidFill>
                <a:srgbClr val="000000"/>
              </a:solidFill>
              <a:effectLst/>
              <a:uFillTx/>
              <a:latin typeface="Arial"/>
            </a:endParaRPr>
          </a:p>
          <a:p>
            <a:pPr marL="355680" indent="-343080" algn="just">
              <a:lnSpc>
                <a:spcPct val="100000"/>
              </a:lnSpc>
              <a:spcBef>
                <a:spcPts val="309"/>
              </a:spcBef>
              <a:buClr>
                <a:srgbClr val="001F5F"/>
              </a:buClr>
              <a:buFont typeface="OpenSymbol"/>
              <a:buAutoNum type="arabicPeriod"/>
              <a:tabLst>
                <a:tab pos="354960" algn="l"/>
              </a:tabLst>
            </a:pPr>
            <a:r>
              <a:rPr lang="en-IN" sz="1800" b="1" u="none" spc="-11" strike="noStrike">
                <a:solidFill>
                  <a:srgbClr val="001F5F"/>
                </a:solidFill>
                <a:effectLst/>
                <a:uFillTx/>
                <a:latin typeface="Times New Roman"/>
              </a:rPr>
              <a:t>Kharanshu P S</a:t>
            </a:r>
            <a:r>
              <a:rPr lang="en-IN" sz="1800" b="1" u="none" spc="-11" strike="noStrike">
                <a:solidFill>
                  <a:srgbClr val="001F5F"/>
                </a:solidFill>
                <a:effectLst/>
                <a:uFillTx/>
                <a:latin typeface="Times New Roman"/>
              </a:rPr>
              <a:t>	</a:t>
            </a:r>
            <a:r>
              <a:rPr lang="en-IN" sz="1800" b="1" u="none" spc="-11" strike="noStrike">
                <a:solidFill>
                  <a:srgbClr val="001F5F"/>
                </a:solidFill>
                <a:effectLst/>
                <a:uFillTx/>
                <a:latin typeface="Times New Roman"/>
              </a:rPr>
              <a:t>	</a:t>
            </a:r>
            <a:r>
              <a:rPr lang="en-IN" sz="1800" b="1" u="none" spc="-11" strike="noStrike">
                <a:solidFill>
                  <a:srgbClr val="001F5F"/>
                </a:solidFill>
                <a:effectLst/>
                <a:uFillTx/>
                <a:latin typeface="Times New Roman"/>
              </a:rPr>
              <a:t>(1KS23AI022)</a:t>
            </a:r>
            <a:endParaRPr lang="en-IN" sz="1800" b="0" u="none" strike="noStrike">
              <a:solidFill>
                <a:srgbClr val="000000"/>
              </a:solidFill>
              <a:effectLst/>
              <a:uFillTx/>
              <a:latin typeface="Arial"/>
            </a:endParaRPr>
          </a:p>
          <a:p>
            <a:pPr marL="354960" indent="-342360" algn="just">
              <a:lnSpc>
                <a:spcPct val="100000"/>
              </a:lnSpc>
              <a:spcBef>
                <a:spcPts val="309"/>
              </a:spcBef>
              <a:buClr>
                <a:srgbClr val="001F5F"/>
              </a:buClr>
              <a:buFont typeface="OpenSymbol"/>
              <a:buAutoNum type="arabicPeriod"/>
              <a:tabLst>
                <a:tab pos="354960" algn="l"/>
              </a:tabLst>
            </a:pPr>
            <a:r>
              <a:rPr lang="en-IN" sz="1800" b="1" u="none" spc="-11" strike="noStrike">
                <a:solidFill>
                  <a:srgbClr val="001F5F"/>
                </a:solidFill>
                <a:effectLst/>
                <a:uFillTx/>
                <a:latin typeface="Times New Roman"/>
              </a:rPr>
              <a:t>Shreyas M</a:t>
            </a:r>
            <a:r>
              <a:rPr lang="en-IN" sz="1800" b="1" u="none" spc="-11" strike="noStrike">
                <a:solidFill>
                  <a:srgbClr val="001F5F"/>
                </a:solidFill>
                <a:effectLst/>
                <a:uFillTx/>
                <a:latin typeface="Times New Roman"/>
              </a:rPr>
              <a:t>	</a:t>
            </a:r>
            <a:r>
              <a:rPr lang="en-IN" sz="1800" b="1" u="none" spc="-11" strike="noStrike">
                <a:solidFill>
                  <a:srgbClr val="001F5F"/>
                </a:solidFill>
                <a:effectLst/>
                <a:uFillTx/>
                <a:latin typeface="Times New Roman"/>
              </a:rPr>
              <a:t>	</a:t>
            </a:r>
            <a:r>
              <a:rPr lang="en-IN" sz="1800" b="1" u="none" spc="-11" strike="noStrike">
                <a:solidFill>
                  <a:srgbClr val="001F5F"/>
                </a:solidFill>
                <a:effectLst/>
                <a:uFillTx/>
                <a:latin typeface="Times New Roman"/>
              </a:rPr>
              <a:t>(1KS23AI051) </a:t>
            </a:r>
            <a:endParaRPr lang="en-IN" sz="1800" b="0" u="none" strike="noStrike">
              <a:solidFill>
                <a:srgbClr val="000000"/>
              </a:solidFill>
              <a:effectLst/>
              <a:uFillTx/>
              <a:latin typeface="Arial"/>
            </a:endParaRPr>
          </a:p>
        </p:txBody>
      </p:sp>
      <p:pic>
        <p:nvPicPr>
          <p:cNvPr id="44" name="object 13"/>
          <p:cNvPicPr/>
          <p:nvPr/>
        </p:nvPicPr>
        <p:blipFill>
          <a:blip r:embed="rId4"/>
          <a:stretch/>
        </p:blipFill>
        <p:spPr>
          <a:xfrm>
            <a:off x="482040" y="371880"/>
            <a:ext cx="1185480" cy="1479240"/>
          </a:xfrm>
          <a:prstGeom prst="rect">
            <a:avLst/>
          </a:prstGeom>
          <a:noFill/>
          <a:ln w="0">
            <a:noFill/>
          </a:ln>
        </p:spPr>
      </p:pic>
      <p:sp>
        <p:nvSpPr>
          <p:cNvPr id="45" name="PlaceHolder 2"/>
          <p:cNvSpPr>
            <a:spLocks noGrp="1"/>
          </p:cNvSpPr>
          <p:nvPr>
            <p:ph type="sldNum" idx="19"/>
          </p:nvPr>
        </p:nvSpPr>
        <p:spPr>
          <a:xfrm>
            <a:off x="11436120" y="6359760"/>
            <a:ext cx="537840" cy="367200"/>
          </a:xfrm>
          <a:prstGeom prst="rect">
            <a:avLst/>
          </a:prstGeom>
          <a:noFill/>
          <a:ln w="0">
            <a:noFill/>
          </a:ln>
        </p:spPr>
        <p:txBody>
          <a:bodyPr lIns="0" tIns="59760" rIns="0" bIns="0" anchor="t">
            <a:spAutoFit/>
          </a:bodyPr>
          <a:lstStyle>
            <a:lvl1pPr marL="351720" indent="0" algn="l">
              <a:lnSpc>
                <a:spcPct val="100000"/>
              </a:lnSpc>
              <a:spcBef>
                <a:spcPts val="11"/>
              </a:spcBef>
              <a:buNone/>
              <a:tabLst>
                <a:tab pos="0" algn="l"/>
              </a:tabLst>
              <a:defRPr lang="en-IN" sz="1800" b="1" u="none" spc="-51" strike="noStrike">
                <a:solidFill>
                  <a:srgbClr val="2D5395"/>
                </a:solidFill>
                <a:effectLst/>
                <a:uFillTx/>
                <a:latin typeface="Cambria"/>
              </a:defRPr>
            </a:lvl1pPr>
          </a:lstStyle>
          <a:p>
            <a:pPr marL="351720" indent="0" algn="l">
              <a:lnSpc>
                <a:spcPct val="100000"/>
              </a:lnSpc>
              <a:spcBef>
                <a:spcPts val="11"/>
              </a:spcBef>
              <a:buNone/>
              <a:tabLst>
                <a:tab pos="0" algn="l"/>
              </a:tabLst>
            </a:pPr>
            <a:fld id="{BD5A39D8-5C1E-44EC-9D59-75D816E6D02E}" type="slidenum">
              <a:rPr lang="en-IN" sz="1800" b="1" u="none" spc="-51" strike="noStrike">
                <a:solidFill>
                  <a:srgbClr val="2D5395"/>
                </a:solidFill>
                <a:effectLst/>
                <a:uFillTx/>
                <a:latin typeface="Cambria"/>
              </a:rPr>
              <a:t>&lt;number&gt;</a:t>
            </a:fld>
            <a:endParaRPr lang="en-IN" sz="18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46" name="object 3"/>
          <p:cNvGrpSpPr/>
          <p:nvPr/>
        </p:nvGrpSpPr>
        <p:grpSpPr>
          <a:xfrm>
            <a:off x="121320" y="90720"/>
            <a:ext cx="11941560" cy="6677640"/>
            <a:chOff x="121320" y="90720"/>
            <a:chExt cx="11941560" cy="6677640"/>
          </a:xfrm>
        </p:grpSpPr>
        <p:sp>
          <p:nvSpPr>
            <p:cNvPr id="47" name="object 4"/>
            <p:cNvSpPr/>
            <p:nvPr/>
          </p:nvSpPr>
          <p:spPr>
            <a:xfrm>
              <a:off x="121320" y="90720"/>
              <a:ext cx="11941560" cy="6677640"/>
            </a:xfrm>
            <a:custGeom>
              <a:avLst/>
              <a:gdLst>
                <a:gd name="textAreaLeft" fmla="*/ 0 w 11941560"/>
                <a:gd name="textAreaRight" fmla="*/ 11942280 w 11941560"/>
                <a:gd name="textAreaTop" fmla="*/ 0 h 6677640"/>
                <a:gd name="textAreaBottom" fmla="*/ 6678360 h 6677640"/>
              </a:gdLst>
              <a:ahLst/>
              <a:cxnLst/>
              <a:rect l="textAreaLeft" t="textAreaTop" r="textAreaRight" b="textAreaBottom"/>
              <a:pathLst>
                <a:path w="11942445" h="6678295">
                  <a:moveTo>
                    <a:pt x="0" y="6678168"/>
                  </a:moveTo>
                  <a:lnTo>
                    <a:pt x="11942064" y="6678168"/>
                  </a:lnTo>
                  <a:lnTo>
                    <a:pt x="11942064" y="0"/>
                  </a:lnTo>
                  <a:lnTo>
                    <a:pt x="0" y="0"/>
                  </a:lnTo>
                  <a:lnTo>
                    <a:pt x="0" y="6678168"/>
                  </a:lnTo>
                  <a:close/>
                </a:path>
              </a:pathLst>
            </a:custGeom>
            <a:noFill/>
            <a:ln w="28575">
              <a:solidFill>
                <a:srgbClr val="2D528F"/>
              </a:solidFill>
              <a:round/>
            </a:ln>
          </p:spPr>
          <p:style>
            <a:lnRef idx="0"/>
            <a:fillRef idx="0"/>
            <a:effectRef idx="0"/>
            <a:fontRef idx="minor"/>
          </p:style>
          <p:txBody>
            <a:bodyPr lIns="0" tIns="0" rIns="0" bIns="0" anchor="t">
              <a:noAutofit/>
            </a:bodyPr>
            <a:p>
              <a:endParaRPr lang="en-IN" sz="1800" b="0" u="none" strike="noStrike">
                <a:solidFill>
                  <a:srgbClr val="000000"/>
                </a:solidFill>
                <a:effectLst/>
                <a:uFillTx/>
                <a:latin typeface="Arial"/>
              </a:endParaRPr>
            </a:p>
          </p:txBody>
        </p:sp>
        <p:pic>
          <p:nvPicPr>
            <p:cNvPr id="48" name="object 5"/>
            <p:cNvPicPr/>
            <p:nvPr/>
          </p:nvPicPr>
          <p:blipFill>
            <a:blip r:embed="rId1"/>
            <a:stretch/>
          </p:blipFill>
          <p:spPr>
            <a:xfrm>
              <a:off x="405360" y="187560"/>
              <a:ext cx="872640" cy="1000440"/>
            </a:xfrm>
            <a:prstGeom prst="rect">
              <a:avLst/>
            </a:prstGeom>
            <a:noFill/>
            <a:ln w="0">
              <a:noFill/>
            </a:ln>
          </p:spPr>
        </p:pic>
      </p:grpSp>
      <p:sp>
        <p:nvSpPr>
          <p:cNvPr id="49" name="object 7"/>
          <p:cNvSpPr/>
          <p:nvPr/>
        </p:nvSpPr>
        <p:spPr>
          <a:xfrm>
            <a:off x="11629800" y="6396120"/>
            <a:ext cx="160560" cy="277560"/>
          </a:xfrm>
          <a:prstGeom prst="rect">
            <a:avLst/>
          </a:prstGeom>
          <a:noFill/>
          <a:ln w="0">
            <a:noFill/>
          </a:ln>
        </p:spPr>
        <p:style>
          <a:lnRef idx="0"/>
          <a:fillRef idx="0"/>
          <a:effectRef idx="0"/>
          <a:fontRef idx="minor"/>
        </p:style>
        <p:txBody>
          <a:bodyPr lIns="0" tIns="1440" rIns="0" bIns="0" anchor="t">
            <a:spAutoFit/>
          </a:bodyPr>
          <a:p>
            <a:pPr marL="12600">
              <a:lnSpc>
                <a:spcPct val="100000"/>
              </a:lnSpc>
              <a:spcBef>
                <a:spcPts val="11"/>
              </a:spcBef>
            </a:pPr>
            <a:r>
              <a:rPr lang="en-US" sz="1800" b="1" u="none" spc="-51" strike="noStrike">
                <a:solidFill>
                  <a:srgbClr val="2D5395"/>
                </a:solidFill>
                <a:effectLst/>
                <a:uFillTx/>
                <a:latin typeface="Cambria"/>
              </a:rPr>
              <a:t>2</a:t>
            </a:r>
            <a:endParaRPr lang="en-IN" sz="1800" b="0" u="none" strike="noStrike">
              <a:solidFill>
                <a:srgbClr val="000000"/>
              </a:solidFill>
              <a:effectLst/>
              <a:uFillTx/>
              <a:latin typeface="Arial"/>
            </a:endParaRPr>
          </a:p>
        </p:txBody>
      </p:sp>
      <p:sp>
        <p:nvSpPr>
          <p:cNvPr id="50" name="object 6"/>
          <p:cNvSpPr/>
          <p:nvPr/>
        </p:nvSpPr>
        <p:spPr>
          <a:xfrm>
            <a:off x="687960" y="1989720"/>
            <a:ext cx="10912320" cy="4150080"/>
          </a:xfrm>
          <a:prstGeom prst="rect">
            <a:avLst/>
          </a:prstGeom>
          <a:noFill/>
          <a:ln w="0">
            <a:noFill/>
          </a:ln>
        </p:spPr>
        <p:style>
          <a:lnRef idx="0"/>
          <a:fillRef idx="0"/>
          <a:effectRef idx="0"/>
          <a:fontRef idx="minor"/>
        </p:style>
        <p:txBody>
          <a:bodyPr lIns="0" tIns="12600" rIns="0" bIns="0" anchor="t">
            <a:spAutoFit/>
          </a:bodyPr>
          <a:p>
            <a:pPr marL="355680" indent="-343080" algn="just">
              <a:lnSpc>
                <a:spcPct val="150000"/>
              </a:lnSpc>
              <a:spcBef>
                <a:spcPts val="99"/>
              </a:spcBef>
              <a:buClr>
                <a:srgbClr val="000000"/>
              </a:buClr>
              <a:buFont typeface="Wingdings" charset="2"/>
              <a:buChar char=""/>
              <a:tabLst>
                <a:tab pos="355680" algn="l"/>
              </a:tabLst>
            </a:pPr>
            <a:r>
              <a:rPr lang="en-US" sz="2000" b="0" u="none" strike="noStrike">
                <a:solidFill>
                  <a:srgbClr val="000000"/>
                </a:solidFill>
                <a:effectLst/>
                <a:uFillTx/>
                <a:latin typeface="Times New Roman"/>
              </a:rPr>
              <a:t> </a:t>
            </a:r>
            <a:r>
              <a:rPr lang="en-US" sz="2000" b="1" u="none" strike="noStrike">
                <a:solidFill>
                  <a:srgbClr val="000000"/>
                </a:solidFill>
                <a:effectLst/>
                <a:uFillTx/>
                <a:latin typeface="Times New Roman"/>
              </a:rPr>
              <a:t>Problem Statement</a:t>
            </a:r>
            <a:r>
              <a:rPr lang="en-US" sz="2000" b="0" u="none" strike="noStrike">
                <a:solidFill>
                  <a:srgbClr val="000000"/>
                </a:solidFill>
                <a:effectLst/>
                <a:uFillTx/>
                <a:latin typeface="Times New Roman"/>
              </a:rPr>
              <a:t>: Develop an automated machine learning system to accurately detect and classify brain tumours from MRI scans to support early diagnosis and clinical decision-making.</a:t>
            </a:r>
            <a:endParaRPr lang="en-IN" sz="2000" b="0" u="none" strike="noStrike">
              <a:solidFill>
                <a:srgbClr val="000000"/>
              </a:solidFill>
              <a:effectLst/>
              <a:uFillTx/>
              <a:latin typeface="Arial"/>
            </a:endParaRPr>
          </a:p>
          <a:p>
            <a:pPr marL="12600" algn="just">
              <a:lnSpc>
                <a:spcPct val="150000"/>
              </a:lnSpc>
              <a:spcBef>
                <a:spcPts val="99"/>
              </a:spcBef>
              <a:tabLst>
                <a:tab pos="355680" algn="l"/>
              </a:tabLst>
            </a:pPr>
            <a:endParaRPr lang="en-IN" sz="2000" b="0" u="none" strike="noStrike">
              <a:solidFill>
                <a:srgbClr val="000000"/>
              </a:solidFill>
              <a:effectLst/>
              <a:uFillTx/>
              <a:latin typeface="Arial"/>
            </a:endParaRPr>
          </a:p>
          <a:p>
            <a:pPr marL="355680" indent="-343080" algn="just">
              <a:lnSpc>
                <a:spcPct val="150000"/>
              </a:lnSpc>
              <a:spcBef>
                <a:spcPts val="99"/>
              </a:spcBef>
              <a:buClr>
                <a:srgbClr val="000000"/>
              </a:buClr>
              <a:buFont typeface="Wingdings" charset="2"/>
              <a:buChar char=""/>
              <a:tabLst>
                <a:tab pos="355680" algn="l"/>
              </a:tabLst>
            </a:pPr>
            <a:r>
              <a:rPr lang="en-US" sz="2000" b="1" u="none" strike="noStrike">
                <a:solidFill>
                  <a:srgbClr val="000000"/>
                </a:solidFill>
                <a:effectLst/>
                <a:uFillTx/>
                <a:latin typeface="Times New Roman"/>
              </a:rPr>
              <a:t>Abstract</a:t>
            </a:r>
            <a:r>
              <a:rPr lang="en-US" sz="2000" b="0" u="none" strike="noStrike">
                <a:solidFill>
                  <a:srgbClr val="000000"/>
                </a:solidFill>
                <a:effectLst/>
                <a:uFillTx/>
                <a:latin typeface="Times New Roman"/>
              </a:rPr>
              <a:t>: This project proposes a machine learning-based system for detecting and classifying brain tumours from MRI images. Using Convolutional Neural Networks (CNNs) and segmentation models such as U-Net, the system aims to improve diagnostic accuracy and speed. Image preprocessing techniques enhance model performance, and evaluation is conducted using metrics like accuracy and Dice coefficient. The solution is designed to support radiologists in clinical decision-making.</a:t>
            </a:r>
            <a:endParaRPr lang="en-IN" sz="2000" b="0" u="none" strike="noStrike">
              <a:solidFill>
                <a:srgbClr val="000000"/>
              </a:solidFill>
              <a:effectLst/>
              <a:uFillTx/>
              <a:latin typeface="Arial"/>
            </a:endParaRPr>
          </a:p>
          <a:p>
            <a:pPr algn="just">
              <a:lnSpc>
                <a:spcPct val="150000"/>
              </a:lnSpc>
              <a:spcBef>
                <a:spcPts val="99"/>
              </a:spcBef>
              <a:tabLst>
                <a:tab pos="355680" algn="l"/>
              </a:tabLst>
            </a:pPr>
            <a:endParaRPr lang="en-IN" sz="2000" b="0" u="none" strike="noStrike">
              <a:solidFill>
                <a:srgbClr val="000000"/>
              </a:solidFill>
              <a:effectLst/>
              <a:uFillTx/>
              <a:latin typeface="Arial"/>
            </a:endParaRPr>
          </a:p>
        </p:txBody>
      </p:sp>
      <p:sp>
        <p:nvSpPr>
          <p:cNvPr id="51" name="object 2"/>
          <p:cNvSpPr/>
          <p:nvPr/>
        </p:nvSpPr>
        <p:spPr>
          <a:xfrm>
            <a:off x="1555200" y="188280"/>
            <a:ext cx="9358560" cy="699480"/>
          </a:xfrm>
          <a:prstGeom prst="rect">
            <a:avLst/>
          </a:prstGeom>
          <a:noFill/>
          <a:ln w="28575">
            <a:solidFill>
              <a:srgbClr val="2D528F"/>
            </a:solidFill>
            <a:round/>
          </a:ln>
        </p:spPr>
        <p:style>
          <a:lnRef idx="0"/>
          <a:fillRef idx="0"/>
          <a:effectRef idx="0"/>
          <a:fontRef idx="minor"/>
        </p:style>
        <p:txBody>
          <a:bodyPr lIns="0" tIns="144720" rIns="0" bIns="0" anchor="t">
            <a:spAutoFit/>
          </a:bodyPr>
          <a:p>
            <a:pPr algn="ctr">
              <a:lnSpc>
                <a:spcPct val="100000"/>
              </a:lnSpc>
              <a:spcBef>
                <a:spcPts val="1140"/>
              </a:spcBef>
            </a:pPr>
            <a:r>
              <a:rPr lang="en-US" sz="3600" b="1" u="none" strike="noStrike">
                <a:solidFill>
                  <a:srgbClr val="C00000"/>
                </a:solidFill>
                <a:effectLst/>
                <a:uFillTx/>
                <a:latin typeface="Cambria"/>
              </a:rPr>
              <a:t>INTRODUCTION</a:t>
            </a:r>
            <a:endParaRPr lang="en-IN" sz="3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 name="PlaceHolder 1"/>
          <p:cNvSpPr>
            <a:spLocks noGrp="1"/>
          </p:cNvSpPr>
          <p:nvPr>
            <p:ph type="title"/>
          </p:nvPr>
        </p:nvSpPr>
        <p:spPr>
          <a:xfrm>
            <a:off x="1555200" y="188280"/>
            <a:ext cx="9358560" cy="713160"/>
          </a:xfrm>
          <a:prstGeom prst="rect">
            <a:avLst/>
          </a:prstGeom>
          <a:noFill/>
          <a:ln w="28440">
            <a:solidFill>
              <a:srgbClr val="2D528F"/>
            </a:solidFill>
            <a:round/>
          </a:ln>
        </p:spPr>
        <p:txBody>
          <a:bodyPr lIns="0" tIns="141480" rIns="0" bIns="0" anchor="t">
            <a:spAutoFit/>
          </a:bodyPr>
          <a:p>
            <a:pPr indent="0" algn="ctr">
              <a:lnSpc>
                <a:spcPct val="100000"/>
              </a:lnSpc>
              <a:spcBef>
                <a:spcPts val="1114"/>
              </a:spcBef>
              <a:buNone/>
              <a:tabLst>
                <a:tab pos="0" algn="l"/>
              </a:tabLst>
            </a:pPr>
            <a:r>
              <a:rPr lang="en-IN" sz="3600" b="1" u="none" strike="noStrike">
                <a:solidFill>
                  <a:srgbClr val="C00000"/>
                </a:solidFill>
                <a:effectLst/>
                <a:uFillTx/>
                <a:latin typeface="Times New Roman"/>
              </a:rPr>
              <a:t>LITERATURE</a:t>
            </a:r>
            <a:r>
              <a:rPr lang="en-IN" sz="3600" b="1" u="none" spc="-14" strike="noStrike">
                <a:solidFill>
                  <a:srgbClr val="C00000"/>
                </a:solidFill>
                <a:effectLst/>
                <a:uFillTx/>
                <a:latin typeface="Times New Roman"/>
              </a:rPr>
              <a:t> </a:t>
            </a:r>
            <a:r>
              <a:rPr lang="en-IN" sz="3600" b="1" u="none" spc="-11" strike="noStrike">
                <a:solidFill>
                  <a:srgbClr val="C00000"/>
                </a:solidFill>
                <a:effectLst/>
                <a:uFillTx/>
                <a:latin typeface="Times New Roman"/>
              </a:rPr>
              <a:t>SURVEY</a:t>
            </a:r>
            <a:endParaRPr lang="en-IN" sz="3600" b="0" u="none" strike="noStrike">
              <a:solidFill>
                <a:srgbClr val="000000"/>
              </a:solidFill>
              <a:effectLst/>
              <a:uFillTx/>
              <a:latin typeface="Calibri"/>
            </a:endParaRPr>
          </a:p>
        </p:txBody>
      </p:sp>
      <p:grpSp>
        <p:nvGrpSpPr>
          <p:cNvPr id="53" name="object 3"/>
          <p:cNvGrpSpPr/>
          <p:nvPr/>
        </p:nvGrpSpPr>
        <p:grpSpPr>
          <a:xfrm>
            <a:off x="101520" y="84240"/>
            <a:ext cx="11941560" cy="6641280"/>
            <a:chOff x="101520" y="84240"/>
            <a:chExt cx="11941560" cy="6641280"/>
          </a:xfrm>
        </p:grpSpPr>
        <p:sp>
          <p:nvSpPr>
            <p:cNvPr id="54" name="object 4"/>
            <p:cNvSpPr/>
            <p:nvPr/>
          </p:nvSpPr>
          <p:spPr>
            <a:xfrm>
              <a:off x="101520" y="84240"/>
              <a:ext cx="11941560" cy="6641280"/>
            </a:xfrm>
            <a:custGeom>
              <a:avLst/>
              <a:gdLst>
                <a:gd name="textAreaLeft" fmla="*/ 0 w 11941560"/>
                <a:gd name="textAreaRight" fmla="*/ 11942280 w 11941560"/>
                <a:gd name="textAreaTop" fmla="*/ 0 h 6641280"/>
                <a:gd name="textAreaBottom" fmla="*/ 6642000 h 6641280"/>
              </a:gdLst>
              <a:ahLst/>
              <a:cxnLst/>
              <a:rect l="textAreaLeft" t="textAreaTop" r="textAreaRight" b="textAreaBottom"/>
              <a:pathLst>
                <a:path w="11942445" h="6642100">
                  <a:moveTo>
                    <a:pt x="0" y="6642100"/>
                  </a:moveTo>
                  <a:lnTo>
                    <a:pt x="11942064" y="6642100"/>
                  </a:lnTo>
                  <a:lnTo>
                    <a:pt x="11942064" y="0"/>
                  </a:lnTo>
                  <a:lnTo>
                    <a:pt x="0" y="0"/>
                  </a:lnTo>
                  <a:lnTo>
                    <a:pt x="0" y="6642100"/>
                  </a:lnTo>
                  <a:close/>
                </a:path>
              </a:pathLst>
            </a:custGeom>
            <a:noFill/>
            <a:ln w="28575">
              <a:solidFill>
                <a:srgbClr val="2D528F"/>
              </a:solidFill>
              <a:round/>
            </a:ln>
          </p:spPr>
          <p:style>
            <a:lnRef idx="0"/>
            <a:fillRef idx="0"/>
            <a:effectRef idx="0"/>
            <a:fontRef idx="minor"/>
          </p:style>
          <p:txBody>
            <a:bodyPr lIns="0" tIns="0" rIns="0" bIns="0" anchor="t">
              <a:noAutofit/>
            </a:bodyPr>
            <a:p>
              <a:endParaRPr lang="en-IN" sz="1800" b="0" u="none" strike="noStrike">
                <a:solidFill>
                  <a:srgbClr val="000000"/>
                </a:solidFill>
                <a:effectLst/>
                <a:uFillTx/>
                <a:latin typeface="Arial"/>
              </a:endParaRPr>
            </a:p>
          </p:txBody>
        </p:sp>
        <p:pic>
          <p:nvPicPr>
            <p:cNvPr id="55" name="object 5"/>
            <p:cNvPicPr/>
            <p:nvPr/>
          </p:nvPicPr>
          <p:blipFill>
            <a:blip r:embed="rId1"/>
            <a:stretch/>
          </p:blipFill>
          <p:spPr>
            <a:xfrm>
              <a:off x="385920" y="180720"/>
              <a:ext cx="744120" cy="863640"/>
            </a:xfrm>
            <a:prstGeom prst="rect">
              <a:avLst/>
            </a:prstGeom>
            <a:noFill/>
            <a:ln w="0">
              <a:noFill/>
            </a:ln>
          </p:spPr>
        </p:pic>
      </p:grpSp>
      <p:sp>
        <p:nvSpPr>
          <p:cNvPr id="56" name="PlaceHolder 2"/>
          <p:cNvSpPr>
            <a:spLocks noGrp="1"/>
          </p:cNvSpPr>
          <p:nvPr>
            <p:ph type="sldNum" idx="20"/>
          </p:nvPr>
        </p:nvSpPr>
        <p:spPr>
          <a:xfrm>
            <a:off x="11436120" y="6359760"/>
            <a:ext cx="537840" cy="352080"/>
          </a:xfrm>
          <a:prstGeom prst="rect">
            <a:avLst/>
          </a:prstGeom>
          <a:noFill/>
          <a:ln w="0">
            <a:noFill/>
          </a:ln>
        </p:spPr>
        <p:txBody>
          <a:bodyPr lIns="0" tIns="73800" rIns="0" bIns="0" anchor="t">
            <a:spAutoFit/>
          </a:bodyPr>
          <a:lstStyle>
            <a:lvl1pPr marL="298440" indent="0" algn="l">
              <a:lnSpc>
                <a:spcPct val="100000"/>
              </a:lnSpc>
              <a:spcBef>
                <a:spcPts val="11"/>
              </a:spcBef>
              <a:buNone/>
              <a:tabLst>
                <a:tab pos="0" algn="l"/>
              </a:tabLst>
              <a:defRPr lang="en-US" sz="1800" b="1" u="none" spc="-51" strike="noStrike">
                <a:solidFill>
                  <a:srgbClr val="2D5395"/>
                </a:solidFill>
                <a:effectLst/>
                <a:uFillTx/>
                <a:latin typeface="Cambria"/>
              </a:defRPr>
            </a:lvl1pPr>
          </a:lstStyle>
          <a:p>
            <a:pPr marL="298440" indent="0" algn="l">
              <a:lnSpc>
                <a:spcPct val="100000"/>
              </a:lnSpc>
              <a:spcBef>
                <a:spcPts val="11"/>
              </a:spcBef>
              <a:buNone/>
              <a:tabLst>
                <a:tab pos="0" algn="l"/>
              </a:tabLst>
            </a:pPr>
            <a:r>
              <a:rPr lang="en-US" sz="1800" b="1" u="none" spc="-51" strike="noStrike">
                <a:solidFill>
                  <a:srgbClr val="2D5395"/>
                </a:solidFill>
                <a:effectLst/>
                <a:uFillTx/>
                <a:latin typeface="Cambria"/>
              </a:rPr>
              <a:t>3</a:t>
            </a:r>
            <a:endParaRPr lang="en-IN" sz="1800" b="0" u="none" strike="noStrike">
              <a:solidFill>
                <a:srgbClr val="000000"/>
              </a:solidFill>
              <a:effectLst/>
              <a:uFillTx/>
              <a:latin typeface="Times New Roman"/>
            </a:endParaRPr>
          </a:p>
        </p:txBody>
      </p:sp>
      <p:graphicFrame>
        <p:nvGraphicFramePr>
          <p:cNvPr id="57" name="Table 5"/>
          <p:cNvGraphicFramePr/>
          <p:nvPr/>
        </p:nvGraphicFramePr>
        <p:xfrm>
          <a:off x="398520" y="1148760"/>
          <a:ext cx="11393640" cy="5210280"/>
        </p:xfrm>
        <a:graphic>
          <a:graphicData uri="http://schemas.openxmlformats.org/drawingml/2006/table">
            <a:tbl>
              <a:tblPr/>
              <a:tblGrid>
                <a:gridCol w="1899000"/>
                <a:gridCol w="1899000"/>
                <a:gridCol w="1899000"/>
                <a:gridCol w="1899000"/>
                <a:gridCol w="1899000"/>
                <a:gridCol w="1899000"/>
              </a:tblGrid>
              <a:tr h="1696320">
                <a:tc>
                  <a:txBody>
                    <a:bodyPr anchor="ctr">
                      <a:noAutofit/>
                    </a:bodyPr>
                    <a:p>
                      <a:pPr algn="ctr" defTabSz="914400">
                        <a:lnSpc>
                          <a:spcPct val="100000"/>
                        </a:lnSpc>
                        <a:tabLst>
                          <a:tab pos="0" algn="l"/>
                        </a:tabLst>
                      </a:pPr>
                      <a:r>
                        <a:rPr lang="en-IN" sz="1600" b="1" u="none" spc="-20" strike="noStrike">
                          <a:solidFill>
                            <a:srgbClr val="4F81BD"/>
                          </a:solidFill>
                          <a:effectLst/>
                          <a:uFillTx/>
                          <a:latin typeface="Times New Roman"/>
                        </a:rPr>
                        <a:t>Sl. no</a:t>
                      </a:r>
                      <a:endParaRPr lang="en-IN" sz="1600" b="0" u="none" strike="noStrike">
                        <a:solidFill>
                          <a:srgbClr val="000000"/>
                        </a:solidFill>
                        <a:effectLst/>
                        <a:uFillTx/>
                        <a:latin typeface="Arial"/>
                      </a:endParaRPr>
                    </a:p>
                    <a:p>
                      <a:pPr defTabSz="914400">
                        <a:lnSpc>
                          <a:spcPct val="100000"/>
                        </a:lnSpc>
                        <a:tabLst>
                          <a:tab pos="0" algn="l"/>
                        </a:tabLst>
                      </a:pPr>
                      <a:endParaRPr lang="en-IN" sz="1600" b="0" u="none" strike="noStrike">
                        <a:solidFill>
                          <a:srgbClr val="000000"/>
                        </a:solidFill>
                        <a:effectLst/>
                        <a:uFillTx/>
                        <a:latin typeface="Arial"/>
                      </a:endParaRPr>
                    </a:p>
                  </a:txBody>
                  <a:tcPr anchor="ctr" marL="91440" marR="91440" marT="45720" marB="45720">
                    <a:lnL w="12240">
                      <a:solidFill>
                        <a:srgbClr val="4F81BD"/>
                      </a:solidFill>
                      <a:prstDash val="solid"/>
                    </a:lnL>
                    <a:lnR w="12240">
                      <a:solidFill>
                        <a:srgbClr val="4F81BD"/>
                      </a:solidFill>
                      <a:prstDash val="solid"/>
                    </a:lnR>
                    <a:lnT w="12240">
                      <a:solidFill>
                        <a:srgbClr val="4F81BD"/>
                      </a:solidFill>
                      <a:prstDash val="solid"/>
                    </a:lnT>
                    <a:lnB w="12240">
                      <a:solidFill>
                        <a:srgbClr val="4F81BD"/>
                      </a:solidFill>
                      <a:prstDash val="solid"/>
                    </a:lnB>
                    <a:noFill/>
                  </a:tcPr>
                </a:tc>
                <a:tc>
                  <a:txBody>
                    <a:bodyPr anchor="ctr">
                      <a:noAutofit/>
                    </a:bodyPr>
                    <a:p>
                      <a:pPr algn="ctr" defTabSz="914400">
                        <a:lnSpc>
                          <a:spcPct val="100000"/>
                        </a:lnSpc>
                        <a:tabLst>
                          <a:tab pos="0" algn="l"/>
                        </a:tabLst>
                      </a:pPr>
                      <a:r>
                        <a:rPr lang="en-IN" sz="1600" b="1" u="none" strike="noStrike">
                          <a:solidFill>
                            <a:srgbClr val="4F81BD"/>
                          </a:solidFill>
                          <a:effectLst/>
                          <a:uFillTx/>
                          <a:latin typeface="Times New Roman"/>
                        </a:rPr>
                        <a:t>Title</a:t>
                      </a:r>
                      <a:r>
                        <a:rPr lang="en-IN" sz="1600" b="1" u="none" spc="-45" strike="noStrike">
                          <a:solidFill>
                            <a:srgbClr val="4F81BD"/>
                          </a:solidFill>
                          <a:effectLst/>
                          <a:uFillTx/>
                          <a:latin typeface="Times New Roman"/>
                        </a:rPr>
                        <a:t> </a:t>
                      </a:r>
                      <a:r>
                        <a:rPr lang="en-IN" sz="1600" b="1" u="none" strike="noStrike">
                          <a:solidFill>
                            <a:srgbClr val="4F81BD"/>
                          </a:solidFill>
                          <a:effectLst/>
                          <a:uFillTx/>
                          <a:latin typeface="Times New Roman"/>
                        </a:rPr>
                        <a:t>of</a:t>
                      </a:r>
                      <a:r>
                        <a:rPr lang="en-IN" sz="1600" b="1" u="none" spc="-6" strike="noStrike">
                          <a:solidFill>
                            <a:srgbClr val="4F81BD"/>
                          </a:solidFill>
                          <a:effectLst/>
                          <a:uFillTx/>
                          <a:latin typeface="Times New Roman"/>
                        </a:rPr>
                        <a:t> </a:t>
                      </a:r>
                      <a:r>
                        <a:rPr lang="en-IN" sz="1600" b="1" u="none" spc="-26" strike="noStrike">
                          <a:solidFill>
                            <a:srgbClr val="4F81BD"/>
                          </a:solidFill>
                          <a:effectLst/>
                          <a:uFillTx/>
                          <a:latin typeface="Times New Roman"/>
                        </a:rPr>
                        <a:t>the </a:t>
                      </a:r>
                      <a:r>
                        <a:rPr lang="en-IN" sz="1600" b="1" u="none" spc="-11" strike="noStrike">
                          <a:solidFill>
                            <a:srgbClr val="4F81BD"/>
                          </a:solidFill>
                          <a:effectLst/>
                          <a:uFillTx/>
                          <a:latin typeface="Times New Roman"/>
                        </a:rPr>
                        <a:t>paper</a:t>
                      </a:r>
                      <a:endParaRPr lang="en-IN" sz="1600" b="0" u="none" strike="noStrike">
                        <a:solidFill>
                          <a:srgbClr val="000000"/>
                        </a:solidFill>
                        <a:effectLst/>
                        <a:uFillTx/>
                        <a:latin typeface="Arial"/>
                      </a:endParaRPr>
                    </a:p>
                    <a:p>
                      <a:pPr defTabSz="914400">
                        <a:lnSpc>
                          <a:spcPct val="100000"/>
                        </a:lnSpc>
                        <a:tabLst>
                          <a:tab pos="0" algn="l"/>
                        </a:tabLst>
                      </a:pPr>
                      <a:endParaRPr lang="en-IN" sz="1600" b="0" u="none" strike="noStrike">
                        <a:solidFill>
                          <a:srgbClr val="000000"/>
                        </a:solidFill>
                        <a:effectLst/>
                        <a:uFillTx/>
                        <a:latin typeface="Arial"/>
                      </a:endParaRPr>
                    </a:p>
                  </a:txBody>
                  <a:tcPr anchor="ctr" marL="91440" marR="91440" marT="45720" marB="45720">
                    <a:lnL w="12240">
                      <a:solidFill>
                        <a:srgbClr val="4F81BD"/>
                      </a:solidFill>
                      <a:prstDash val="solid"/>
                    </a:lnL>
                    <a:lnR w="12240">
                      <a:solidFill>
                        <a:srgbClr val="4F81BD"/>
                      </a:solidFill>
                      <a:prstDash val="solid"/>
                    </a:lnR>
                    <a:lnT w="12240">
                      <a:solidFill>
                        <a:srgbClr val="4F81BD"/>
                      </a:solidFill>
                      <a:prstDash val="solid"/>
                    </a:lnT>
                    <a:lnB w="12240">
                      <a:solidFill>
                        <a:srgbClr val="4F81BD"/>
                      </a:solidFill>
                      <a:prstDash val="solid"/>
                    </a:lnB>
                    <a:noFill/>
                  </a:tcPr>
                </a:tc>
                <a:tc>
                  <a:txBody>
                    <a:bodyPr anchor="ctr">
                      <a:noAutofit/>
                    </a:bodyPr>
                    <a:p>
                      <a:pPr algn="ctr" defTabSz="914400">
                        <a:lnSpc>
                          <a:spcPct val="100000"/>
                        </a:lnSpc>
                        <a:tabLst>
                          <a:tab pos="0" algn="l"/>
                        </a:tabLst>
                      </a:pPr>
                      <a:r>
                        <a:rPr lang="en-IN" sz="1600" b="1" u="none" spc="-11" strike="noStrike">
                          <a:solidFill>
                            <a:srgbClr val="4F81BD"/>
                          </a:solidFill>
                          <a:effectLst/>
                          <a:uFillTx/>
                          <a:latin typeface="Times New Roman"/>
                        </a:rPr>
                        <a:t>Author</a:t>
                      </a:r>
                      <a:endParaRPr lang="en-IN" sz="1600" b="0" u="none" strike="noStrike">
                        <a:solidFill>
                          <a:srgbClr val="000000"/>
                        </a:solidFill>
                        <a:effectLst/>
                        <a:uFillTx/>
                        <a:latin typeface="Arial"/>
                      </a:endParaRPr>
                    </a:p>
                    <a:p>
                      <a:pPr defTabSz="914400">
                        <a:lnSpc>
                          <a:spcPct val="100000"/>
                        </a:lnSpc>
                        <a:tabLst>
                          <a:tab pos="0" algn="l"/>
                        </a:tabLst>
                      </a:pPr>
                      <a:endParaRPr lang="en-IN" sz="1600" b="0" u="none" strike="noStrike">
                        <a:solidFill>
                          <a:srgbClr val="000000"/>
                        </a:solidFill>
                        <a:effectLst/>
                        <a:uFillTx/>
                        <a:latin typeface="Arial"/>
                      </a:endParaRPr>
                    </a:p>
                  </a:txBody>
                  <a:tcPr anchor="ctr" marL="91440" marR="91440" marT="45720" marB="45720">
                    <a:lnL w="12240">
                      <a:solidFill>
                        <a:srgbClr val="4F81BD"/>
                      </a:solidFill>
                      <a:prstDash val="solid"/>
                    </a:lnL>
                    <a:lnR w="12240">
                      <a:solidFill>
                        <a:srgbClr val="4F81BD"/>
                      </a:solidFill>
                      <a:prstDash val="solid"/>
                    </a:lnR>
                    <a:lnT w="12240">
                      <a:solidFill>
                        <a:srgbClr val="4F81BD"/>
                      </a:solidFill>
                      <a:prstDash val="solid"/>
                    </a:lnT>
                    <a:lnB w="12240">
                      <a:solidFill>
                        <a:srgbClr val="4F81BD"/>
                      </a:solidFill>
                      <a:prstDash val="solid"/>
                    </a:lnB>
                    <a:noFill/>
                  </a:tcPr>
                </a:tc>
                <a:tc>
                  <a:txBody>
                    <a:bodyPr anchor="ctr">
                      <a:noAutofit/>
                    </a:bodyPr>
                    <a:p>
                      <a:pPr algn="ctr" defTabSz="914400">
                        <a:lnSpc>
                          <a:spcPct val="100000"/>
                        </a:lnSpc>
                        <a:tabLst>
                          <a:tab pos="0" algn="l"/>
                        </a:tabLst>
                      </a:pPr>
                      <a:r>
                        <a:rPr lang="en-US" sz="1600" b="1" u="none" spc="-11" strike="noStrike">
                          <a:solidFill>
                            <a:srgbClr val="4F81BD"/>
                          </a:solidFill>
                          <a:effectLst/>
                          <a:uFillTx/>
                          <a:latin typeface="Times New Roman"/>
                        </a:rPr>
                        <a:t>Name of the Journal and Publication </a:t>
                      </a:r>
                      <a:r>
                        <a:rPr lang="en-US" sz="1600" b="1" u="none" strike="noStrike">
                          <a:solidFill>
                            <a:srgbClr val="4F81BD"/>
                          </a:solidFill>
                          <a:effectLst/>
                          <a:uFillTx/>
                          <a:latin typeface="Times New Roman"/>
                        </a:rPr>
                        <a:t>Year</a:t>
                      </a:r>
                      <a:endParaRPr lang="en-IN" sz="1600" b="0" u="none" strike="noStrike">
                        <a:solidFill>
                          <a:srgbClr val="000000"/>
                        </a:solidFill>
                        <a:effectLst/>
                        <a:uFillTx/>
                        <a:latin typeface="Arial"/>
                      </a:endParaRPr>
                    </a:p>
                  </a:txBody>
                  <a:tcPr anchor="ctr" marL="91440" marR="91440" marT="45720" marB="45720">
                    <a:lnL w="12240">
                      <a:solidFill>
                        <a:srgbClr val="4F81BD"/>
                      </a:solidFill>
                      <a:prstDash val="solid"/>
                    </a:lnL>
                    <a:lnR w="12240">
                      <a:solidFill>
                        <a:srgbClr val="4F81BD"/>
                      </a:solidFill>
                      <a:prstDash val="solid"/>
                    </a:lnR>
                    <a:lnT w="12240">
                      <a:solidFill>
                        <a:srgbClr val="4F81BD"/>
                      </a:solidFill>
                      <a:prstDash val="solid"/>
                    </a:lnT>
                    <a:lnB w="12240">
                      <a:solidFill>
                        <a:srgbClr val="4F81BD"/>
                      </a:solidFill>
                      <a:prstDash val="solid"/>
                    </a:lnB>
                    <a:noFill/>
                  </a:tcPr>
                </a:tc>
                <a:tc>
                  <a:txBody>
                    <a:bodyPr anchor="ctr">
                      <a:noAutofit/>
                    </a:bodyPr>
                    <a:p>
                      <a:pPr algn="ctr" defTabSz="914400">
                        <a:lnSpc>
                          <a:spcPct val="100000"/>
                        </a:lnSpc>
                        <a:tabLst>
                          <a:tab pos="0" algn="l"/>
                        </a:tabLst>
                      </a:pPr>
                      <a:r>
                        <a:rPr lang="en-IN" sz="1600" b="1" u="none" spc="-11" strike="noStrike">
                          <a:solidFill>
                            <a:srgbClr val="4F81BD"/>
                          </a:solidFill>
                          <a:effectLst/>
                          <a:uFillTx/>
                          <a:latin typeface="Times New Roman"/>
                        </a:rPr>
                        <a:t>Methodology</a:t>
                      </a:r>
                      <a:endParaRPr lang="en-IN" sz="1600" b="0" u="none" strike="noStrike">
                        <a:solidFill>
                          <a:srgbClr val="000000"/>
                        </a:solidFill>
                        <a:effectLst/>
                        <a:uFillTx/>
                        <a:latin typeface="Arial"/>
                      </a:endParaRPr>
                    </a:p>
                    <a:p>
                      <a:pPr defTabSz="914400">
                        <a:lnSpc>
                          <a:spcPct val="100000"/>
                        </a:lnSpc>
                        <a:tabLst>
                          <a:tab pos="0" algn="l"/>
                        </a:tabLst>
                      </a:pPr>
                      <a:endParaRPr lang="en-IN" sz="1600" b="0" u="none" strike="noStrike">
                        <a:solidFill>
                          <a:srgbClr val="000000"/>
                        </a:solidFill>
                        <a:effectLst/>
                        <a:uFillTx/>
                        <a:latin typeface="Arial"/>
                      </a:endParaRPr>
                    </a:p>
                  </a:txBody>
                  <a:tcPr anchor="ctr" marL="91440" marR="91440" marT="45720" marB="45720">
                    <a:lnL w="12240">
                      <a:solidFill>
                        <a:srgbClr val="4F81BD"/>
                      </a:solidFill>
                      <a:prstDash val="solid"/>
                    </a:lnL>
                    <a:lnR w="12240">
                      <a:solidFill>
                        <a:srgbClr val="4F81BD"/>
                      </a:solidFill>
                      <a:prstDash val="solid"/>
                    </a:lnR>
                    <a:lnT w="12240">
                      <a:solidFill>
                        <a:srgbClr val="4F81BD"/>
                      </a:solidFill>
                      <a:prstDash val="solid"/>
                    </a:lnT>
                    <a:lnB w="12240">
                      <a:solidFill>
                        <a:srgbClr val="4F81BD"/>
                      </a:solidFill>
                      <a:prstDash val="solid"/>
                    </a:lnB>
                    <a:noFill/>
                  </a:tcPr>
                </a:tc>
                <a:tc>
                  <a:txBody>
                    <a:bodyPr anchor="ctr">
                      <a:noAutofit/>
                    </a:bodyPr>
                    <a:p>
                      <a:pPr algn="ctr" defTabSz="914400">
                        <a:lnSpc>
                          <a:spcPct val="100000"/>
                        </a:lnSpc>
                        <a:tabLst>
                          <a:tab pos="0" algn="l"/>
                        </a:tabLst>
                      </a:pPr>
                      <a:r>
                        <a:rPr lang="en-US" sz="1600" b="1" u="none" spc="-11" strike="noStrike">
                          <a:solidFill>
                            <a:srgbClr val="4F81BD"/>
                          </a:solidFill>
                          <a:effectLst/>
                          <a:uFillTx/>
                          <a:latin typeface="Times New Roman"/>
                        </a:rPr>
                        <a:t>Drawback</a:t>
                      </a:r>
                      <a:endParaRPr lang="en-IN" sz="1600" b="0" u="none" strike="noStrike">
                        <a:solidFill>
                          <a:srgbClr val="000000"/>
                        </a:solidFill>
                        <a:effectLst/>
                        <a:uFillTx/>
                        <a:latin typeface="Arial"/>
                      </a:endParaRPr>
                    </a:p>
                    <a:p>
                      <a:pPr defTabSz="914400">
                        <a:lnSpc>
                          <a:spcPct val="100000"/>
                        </a:lnSpc>
                        <a:tabLst>
                          <a:tab pos="0" algn="l"/>
                        </a:tabLst>
                      </a:pPr>
                      <a:endParaRPr lang="en-IN" sz="1600" b="0" u="none" strike="noStrike">
                        <a:solidFill>
                          <a:srgbClr val="000000"/>
                        </a:solidFill>
                        <a:effectLst/>
                        <a:uFillTx/>
                        <a:latin typeface="Arial"/>
                      </a:endParaRPr>
                    </a:p>
                  </a:txBody>
                  <a:tcPr anchor="ctr" marL="91440" marR="91440" marT="45720" marB="45720">
                    <a:lnL w="12240">
                      <a:solidFill>
                        <a:srgbClr val="4F81BD"/>
                      </a:solidFill>
                      <a:prstDash val="solid"/>
                    </a:lnL>
                    <a:lnR w="12240">
                      <a:solidFill>
                        <a:srgbClr val="4F81BD"/>
                      </a:solidFill>
                      <a:prstDash val="solid"/>
                    </a:lnR>
                    <a:lnT w="12240">
                      <a:solidFill>
                        <a:srgbClr val="4F81BD"/>
                      </a:solidFill>
                      <a:prstDash val="solid"/>
                    </a:lnT>
                    <a:lnB w="12240">
                      <a:solidFill>
                        <a:srgbClr val="4F81BD"/>
                      </a:solidFill>
                      <a:prstDash val="solid"/>
                    </a:lnB>
                    <a:noFill/>
                  </a:tcPr>
                </a:tc>
              </a:tr>
              <a:tr h="1883880">
                <a:tc>
                  <a:txBody>
                    <a:bodyPr anchor="ctr">
                      <a:noAutofit/>
                    </a:bodyPr>
                    <a:p>
                      <a:pPr algn="ctr" defTabSz="914400">
                        <a:lnSpc>
                          <a:spcPct val="100000"/>
                        </a:lnSpc>
                        <a:tabLst>
                          <a:tab pos="0" algn="l"/>
                        </a:tabLst>
                      </a:pPr>
                      <a:r>
                        <a:rPr lang="en-US" sz="1400" b="0" u="none" strike="noStrike">
                          <a:solidFill>
                            <a:srgbClr val="000000"/>
                          </a:solidFill>
                          <a:effectLst/>
                          <a:uFillTx/>
                          <a:latin typeface="Times New Roman"/>
                        </a:rPr>
                        <a:t>1</a:t>
                      </a:r>
                      <a:endParaRPr lang="en-IN" sz="1400" b="0" u="none" strike="noStrike">
                        <a:solidFill>
                          <a:srgbClr val="FFFFFF"/>
                        </a:solidFill>
                        <a:effectLst/>
                        <a:uFillTx/>
                        <a:latin typeface="Arial"/>
                      </a:endParaRPr>
                    </a:p>
                    <a:p>
                      <a:pPr defTabSz="914400">
                        <a:lnSpc>
                          <a:spcPct val="100000"/>
                        </a:lnSpc>
                        <a:tabLst>
                          <a:tab pos="0" algn="l"/>
                        </a:tabLst>
                      </a:pPr>
                      <a:endParaRPr lang="en-IN" sz="1400" b="0" u="none" strike="noStrike">
                        <a:solidFill>
                          <a:srgbClr val="FFFFFF"/>
                        </a:solidFill>
                        <a:effectLst/>
                        <a:uFillTx/>
                        <a:latin typeface="Arial"/>
                      </a:endParaRPr>
                    </a:p>
                  </a:txBody>
                  <a:tcPr anchor="ctr" marL="91440" marR="91440" marT="45720" marB="45720">
                    <a:lnL w="12240">
                      <a:solidFill>
                        <a:srgbClr val="4F81BD"/>
                      </a:solidFill>
                      <a:prstDash val="solid"/>
                    </a:lnL>
                    <a:lnR w="12240">
                      <a:solidFill>
                        <a:srgbClr val="4F81BD"/>
                      </a:solidFill>
                      <a:prstDash val="solid"/>
                    </a:lnR>
                    <a:lnT w="12240">
                      <a:solidFill>
                        <a:srgbClr val="4F81BD"/>
                      </a:solidFill>
                      <a:prstDash val="solid"/>
                    </a:lnT>
                    <a:lnB w="12240">
                      <a:solidFill>
                        <a:srgbClr val="4F81BD"/>
                      </a:solidFill>
                      <a:prstDash val="solid"/>
                    </a:lnB>
                    <a:solidFill>
                      <a:srgbClr val="4F81BD">
                        <a:alpha val="20000"/>
                      </a:srgbClr>
                    </a:solidFill>
                  </a:tcPr>
                </a:tc>
                <a:tc>
                  <a:txBody>
                    <a:bodyPr anchor="ctr">
                      <a:noAutofit/>
                    </a:bodyPr>
                    <a:p>
                      <a:pPr defTabSz="914400">
                        <a:lnSpc>
                          <a:spcPct val="100000"/>
                        </a:lnSpc>
                        <a:tabLst>
                          <a:tab pos="0" algn="l"/>
                        </a:tabLst>
                      </a:pPr>
                      <a:r>
                        <a:rPr lang="en-IN" sz="1400" b="0" u="none" strike="noStrike">
                          <a:solidFill>
                            <a:schemeClr val="dk1"/>
                          </a:solidFill>
                          <a:effectLst/>
                          <a:uFillTx/>
                          <a:latin typeface="Times New Roman"/>
                        </a:rPr>
                        <a:t>A Deep Learning approach for Brain Tumour classification and detection in MRI images using YOLOv7</a:t>
                      </a:r>
                      <a:endParaRPr lang="en-IN" sz="1400" b="0" u="none" strike="noStrike">
                        <a:solidFill>
                          <a:srgbClr val="FFFFFF"/>
                        </a:solidFill>
                        <a:effectLst/>
                        <a:uFillTx/>
                        <a:latin typeface="Arial"/>
                      </a:endParaRPr>
                    </a:p>
                    <a:p>
                      <a:pPr defTabSz="914400">
                        <a:lnSpc>
                          <a:spcPct val="100000"/>
                        </a:lnSpc>
                        <a:tabLst>
                          <a:tab pos="0" algn="l"/>
                        </a:tabLst>
                      </a:pPr>
                      <a:endParaRPr lang="en-IN" sz="1400" b="0" u="none" strike="noStrike">
                        <a:solidFill>
                          <a:srgbClr val="FFFFFF"/>
                        </a:solidFill>
                        <a:effectLst/>
                        <a:uFillTx/>
                        <a:latin typeface="Arial"/>
                      </a:endParaRPr>
                    </a:p>
                  </a:txBody>
                  <a:tcPr anchor="ctr" marL="91440" marR="91440" marT="45720" marB="45720">
                    <a:lnL w="12240">
                      <a:solidFill>
                        <a:srgbClr val="4F81BD"/>
                      </a:solidFill>
                      <a:prstDash val="solid"/>
                    </a:lnL>
                    <a:lnR w="12240">
                      <a:solidFill>
                        <a:srgbClr val="4F81BD"/>
                      </a:solidFill>
                      <a:prstDash val="solid"/>
                    </a:lnR>
                    <a:lnT w="12240">
                      <a:solidFill>
                        <a:srgbClr val="4F81BD"/>
                      </a:solidFill>
                      <a:prstDash val="solid"/>
                    </a:lnT>
                    <a:lnB w="12240">
                      <a:solidFill>
                        <a:srgbClr val="4F81BD"/>
                      </a:solidFill>
                      <a:prstDash val="solid"/>
                    </a:lnB>
                    <a:solidFill>
                      <a:srgbClr val="4F81BD">
                        <a:alpha val="20000"/>
                      </a:srgbClr>
                    </a:solidFill>
                  </a:tcPr>
                </a:tc>
                <a:tc>
                  <a:txBody>
                    <a:bodyPr anchor="ctr">
                      <a:noAutofit/>
                    </a:bodyPr>
                    <a:p>
                      <a:pPr algn="ctr" defTabSz="914400">
                        <a:lnSpc>
                          <a:spcPct val="100000"/>
                        </a:lnSpc>
                        <a:tabLst>
                          <a:tab pos="0" algn="l"/>
                        </a:tabLst>
                      </a:pPr>
                      <a:r>
                        <a:rPr lang="en-IN" sz="1400" b="0" u="none" strike="noStrike">
                          <a:solidFill>
                            <a:schemeClr val="dk1"/>
                          </a:solidFill>
                          <a:effectLst/>
                          <a:uFillTx/>
                          <a:latin typeface="Times New Roman"/>
                        </a:rPr>
                        <a:t>Ramya Nimmagadda,</a:t>
                      </a:r>
                      <a:endParaRPr lang="en-IN" sz="1400" b="0" u="none" strike="noStrike">
                        <a:solidFill>
                          <a:srgbClr val="FFFFFF"/>
                        </a:solidFill>
                        <a:effectLst/>
                        <a:uFillTx/>
                        <a:latin typeface="Arial"/>
                      </a:endParaRPr>
                    </a:p>
                    <a:p>
                      <a:pPr algn="ctr" defTabSz="914400">
                        <a:lnSpc>
                          <a:spcPct val="100000"/>
                        </a:lnSpc>
                        <a:tabLst>
                          <a:tab pos="0" algn="l"/>
                        </a:tabLst>
                      </a:pPr>
                      <a:r>
                        <a:rPr lang="en-IN" sz="1400" b="0" u="none" strike="noStrike">
                          <a:solidFill>
                            <a:schemeClr val="dk1"/>
                          </a:solidFill>
                          <a:effectLst/>
                          <a:uFillTx/>
                          <a:latin typeface="Times New Roman"/>
                        </a:rPr>
                        <a:t> P. Kalpana Devi</a:t>
                      </a:r>
                      <a:endParaRPr lang="en-IN" sz="1400" b="0" u="none" strike="noStrike">
                        <a:solidFill>
                          <a:srgbClr val="FFFFFF"/>
                        </a:solidFill>
                        <a:effectLst/>
                        <a:uFillTx/>
                        <a:latin typeface="Arial"/>
                      </a:endParaRPr>
                    </a:p>
                    <a:p>
                      <a:pPr defTabSz="914400">
                        <a:lnSpc>
                          <a:spcPct val="100000"/>
                        </a:lnSpc>
                        <a:tabLst>
                          <a:tab pos="0" algn="l"/>
                        </a:tabLst>
                      </a:pPr>
                      <a:endParaRPr lang="en-IN" sz="1400" b="0" u="none" strike="noStrike">
                        <a:solidFill>
                          <a:srgbClr val="FFFFFF"/>
                        </a:solidFill>
                        <a:effectLst/>
                        <a:uFillTx/>
                        <a:latin typeface="Arial"/>
                      </a:endParaRPr>
                    </a:p>
                  </a:txBody>
                  <a:tcPr anchor="ctr" marL="91440" marR="91440" marT="45720" marB="45720">
                    <a:lnL w="12240">
                      <a:solidFill>
                        <a:srgbClr val="4F81BD"/>
                      </a:solidFill>
                      <a:prstDash val="solid"/>
                    </a:lnL>
                    <a:lnR w="12240">
                      <a:solidFill>
                        <a:srgbClr val="4F81BD"/>
                      </a:solidFill>
                      <a:prstDash val="solid"/>
                    </a:lnR>
                    <a:lnT w="12240">
                      <a:solidFill>
                        <a:srgbClr val="4F81BD"/>
                      </a:solidFill>
                      <a:prstDash val="solid"/>
                    </a:lnT>
                    <a:lnB w="12240">
                      <a:solidFill>
                        <a:srgbClr val="4F81BD"/>
                      </a:solidFill>
                      <a:prstDash val="solid"/>
                    </a:lnB>
                    <a:solidFill>
                      <a:srgbClr val="4F81BD">
                        <a:alpha val="20000"/>
                      </a:srgbClr>
                    </a:solidFill>
                  </a:tcPr>
                </a:tc>
                <a:tc>
                  <a:txBody>
                    <a:bodyPr anchor="ctr">
                      <a:noAutofit/>
                    </a:bodyPr>
                    <a:p>
                      <a:pPr defTabSz="914400">
                        <a:lnSpc>
                          <a:spcPct val="100000"/>
                        </a:lnSpc>
                        <a:tabLst>
                          <a:tab pos="0" algn="l"/>
                        </a:tabLst>
                      </a:pPr>
                      <a:r>
                        <a:rPr lang="en-IN" sz="1400" b="0" u="none" strike="noStrike">
                          <a:solidFill>
                            <a:schemeClr val="dk1"/>
                          </a:solidFill>
                          <a:effectLst/>
                          <a:uFillTx/>
                          <a:latin typeface="Times New Roman"/>
                        </a:rPr>
                        <a:t>Frontiers in Oncology, 2025</a:t>
                      </a:r>
                      <a:endParaRPr lang="en-IN" sz="1400" b="0" u="none" strike="noStrike">
                        <a:solidFill>
                          <a:srgbClr val="FFFFFF"/>
                        </a:solidFill>
                        <a:effectLst/>
                        <a:uFillTx/>
                        <a:latin typeface="Arial"/>
                      </a:endParaRPr>
                    </a:p>
                    <a:p>
                      <a:pPr defTabSz="914400">
                        <a:lnSpc>
                          <a:spcPct val="100000"/>
                        </a:lnSpc>
                        <a:tabLst>
                          <a:tab pos="0" algn="l"/>
                        </a:tabLst>
                      </a:pPr>
                      <a:endParaRPr lang="en-IN" sz="1400" b="0" u="none" strike="noStrike">
                        <a:solidFill>
                          <a:srgbClr val="FFFFFF"/>
                        </a:solidFill>
                        <a:effectLst/>
                        <a:uFillTx/>
                        <a:latin typeface="Arial"/>
                      </a:endParaRPr>
                    </a:p>
                  </a:txBody>
                  <a:tcPr anchor="ctr" marL="91440" marR="91440" marT="45720" marB="45720">
                    <a:lnL w="12240">
                      <a:solidFill>
                        <a:srgbClr val="4F81BD"/>
                      </a:solidFill>
                      <a:prstDash val="solid"/>
                    </a:lnL>
                    <a:lnR w="12240">
                      <a:solidFill>
                        <a:srgbClr val="4F81BD"/>
                      </a:solidFill>
                      <a:prstDash val="solid"/>
                    </a:lnR>
                    <a:lnT w="12240">
                      <a:solidFill>
                        <a:srgbClr val="4F81BD"/>
                      </a:solidFill>
                      <a:prstDash val="solid"/>
                    </a:lnT>
                    <a:lnB w="12240">
                      <a:solidFill>
                        <a:srgbClr val="4F81BD"/>
                      </a:solidFill>
                      <a:prstDash val="solid"/>
                    </a:lnB>
                    <a:solidFill>
                      <a:srgbClr val="4F81BD">
                        <a:alpha val="20000"/>
                      </a:srgbClr>
                    </a:solidFill>
                  </a:tcPr>
                </a:tc>
                <a:tc>
                  <a:txBody>
                    <a:bodyPr anchor="ctr">
                      <a:noAutofit/>
                    </a:bodyPr>
                    <a:p>
                      <a:pPr defTabSz="914400">
                        <a:lnSpc>
                          <a:spcPct val="100000"/>
                        </a:lnSpc>
                        <a:tabLst>
                          <a:tab pos="0" algn="l"/>
                        </a:tabLst>
                      </a:pPr>
                      <a:r>
                        <a:rPr lang="en-IN" sz="1400" b="0" u="none" strike="noStrike">
                          <a:solidFill>
                            <a:schemeClr val="dk1"/>
                          </a:solidFill>
                          <a:effectLst/>
                          <a:uFillTx/>
                          <a:latin typeface="Times New Roman"/>
                        </a:rPr>
                        <a:t>YOLOv7-based detection with preprocessing (resizing, normalization); bounding box-based tumour localization</a:t>
                      </a:r>
                      <a:endParaRPr lang="en-IN" sz="1400" b="0" u="none" strike="noStrike">
                        <a:solidFill>
                          <a:srgbClr val="FFFFFF"/>
                        </a:solidFill>
                        <a:effectLst/>
                        <a:uFillTx/>
                        <a:latin typeface="Arial"/>
                      </a:endParaRPr>
                    </a:p>
                    <a:p>
                      <a:pPr defTabSz="914400">
                        <a:lnSpc>
                          <a:spcPct val="100000"/>
                        </a:lnSpc>
                        <a:tabLst>
                          <a:tab pos="0" algn="l"/>
                        </a:tabLst>
                      </a:pPr>
                      <a:endParaRPr lang="en-IN" sz="1400" b="0" u="none" strike="noStrike">
                        <a:solidFill>
                          <a:srgbClr val="FFFFFF"/>
                        </a:solidFill>
                        <a:effectLst/>
                        <a:uFillTx/>
                        <a:latin typeface="Arial"/>
                      </a:endParaRPr>
                    </a:p>
                  </a:txBody>
                  <a:tcPr anchor="ctr" marL="91440" marR="91440" marT="45720" marB="45720">
                    <a:lnL w="12240">
                      <a:solidFill>
                        <a:srgbClr val="4F81BD"/>
                      </a:solidFill>
                      <a:prstDash val="solid"/>
                    </a:lnL>
                    <a:lnR w="12240">
                      <a:solidFill>
                        <a:srgbClr val="4F81BD"/>
                      </a:solidFill>
                      <a:prstDash val="solid"/>
                    </a:lnR>
                    <a:lnT w="12240">
                      <a:solidFill>
                        <a:srgbClr val="4F81BD"/>
                      </a:solidFill>
                      <a:prstDash val="solid"/>
                    </a:lnT>
                    <a:lnB w="12240">
                      <a:solidFill>
                        <a:srgbClr val="4F81BD"/>
                      </a:solidFill>
                      <a:prstDash val="solid"/>
                    </a:lnB>
                    <a:solidFill>
                      <a:srgbClr val="4F81BD">
                        <a:alpha val="20000"/>
                      </a:srgbClr>
                    </a:solidFill>
                  </a:tcPr>
                </a:tc>
                <a:tc>
                  <a:txBody>
                    <a:bodyPr anchor="ctr">
                      <a:noAutofit/>
                    </a:bodyPr>
                    <a:p>
                      <a:pPr defTabSz="914400">
                        <a:lnSpc>
                          <a:spcPct val="100000"/>
                        </a:lnSpc>
                        <a:tabLst>
                          <a:tab pos="0" algn="l"/>
                        </a:tabLst>
                      </a:pPr>
                      <a:r>
                        <a:rPr lang="en-IN" sz="1400" b="0" u="none" strike="noStrike">
                          <a:solidFill>
                            <a:schemeClr val="dk1"/>
                          </a:solidFill>
                          <a:effectLst/>
                          <a:uFillTx/>
                          <a:latin typeface="Times New Roman"/>
                        </a:rPr>
                        <a:t>Lower performance for small tumours; moderate mAP score; requires parameter tuning</a:t>
                      </a:r>
                      <a:endParaRPr lang="en-IN" sz="1400" b="0" u="none" strike="noStrike">
                        <a:solidFill>
                          <a:srgbClr val="FFFFFF"/>
                        </a:solidFill>
                        <a:effectLst/>
                        <a:uFillTx/>
                        <a:latin typeface="Arial"/>
                      </a:endParaRPr>
                    </a:p>
                    <a:p>
                      <a:pPr defTabSz="914400">
                        <a:lnSpc>
                          <a:spcPct val="100000"/>
                        </a:lnSpc>
                        <a:tabLst>
                          <a:tab pos="0" algn="l"/>
                        </a:tabLst>
                      </a:pPr>
                      <a:endParaRPr lang="en-IN" sz="1400" b="0" u="none" strike="noStrike">
                        <a:solidFill>
                          <a:srgbClr val="FFFFFF"/>
                        </a:solidFill>
                        <a:effectLst/>
                        <a:uFillTx/>
                        <a:latin typeface="Arial"/>
                      </a:endParaRPr>
                    </a:p>
                  </a:txBody>
                  <a:tcPr anchor="ctr" marL="91440" marR="91440" marT="45720" marB="45720">
                    <a:lnL w="12240">
                      <a:solidFill>
                        <a:srgbClr val="4F81BD"/>
                      </a:solidFill>
                      <a:prstDash val="solid"/>
                    </a:lnL>
                    <a:lnR w="12240">
                      <a:solidFill>
                        <a:srgbClr val="4F81BD"/>
                      </a:solidFill>
                      <a:prstDash val="solid"/>
                    </a:lnR>
                    <a:lnT w="12240">
                      <a:solidFill>
                        <a:srgbClr val="4F81BD"/>
                      </a:solidFill>
                      <a:prstDash val="solid"/>
                    </a:lnT>
                    <a:lnB w="12240">
                      <a:solidFill>
                        <a:srgbClr val="4F81BD"/>
                      </a:solidFill>
                      <a:prstDash val="solid"/>
                    </a:lnB>
                    <a:solidFill>
                      <a:srgbClr val="4F81BD">
                        <a:alpha val="20000"/>
                      </a:srgbClr>
                    </a:solidFill>
                  </a:tcPr>
                </a:tc>
              </a:tr>
              <a:tr h="1630080">
                <a:tc>
                  <a:txBody>
                    <a:bodyPr anchor="ctr">
                      <a:noAutofit/>
                    </a:bodyPr>
                    <a:p>
                      <a:pPr algn="ctr" defTabSz="914400">
                        <a:lnSpc>
                          <a:spcPct val="100000"/>
                        </a:lnSpc>
                        <a:tabLst>
                          <a:tab pos="0" algn="l"/>
                        </a:tabLst>
                      </a:pPr>
                      <a:r>
                        <a:rPr lang="en-US" sz="1400" b="0" u="none" strike="noStrike">
                          <a:solidFill>
                            <a:srgbClr val="000000"/>
                          </a:solidFill>
                          <a:effectLst/>
                          <a:uFillTx/>
                          <a:latin typeface="Times New Roman"/>
                        </a:rPr>
                        <a:t>2</a:t>
                      </a:r>
                      <a:endParaRPr lang="en-IN" sz="1400" b="0" u="none" strike="noStrike">
                        <a:solidFill>
                          <a:srgbClr val="000000"/>
                        </a:solidFill>
                        <a:effectLst/>
                        <a:uFillTx/>
                        <a:latin typeface="Arial"/>
                      </a:endParaRPr>
                    </a:p>
                  </a:txBody>
                  <a:tcPr anchor="ctr" marL="91440" marR="91440" marT="45720" marB="45720">
                    <a:lnL w="12240">
                      <a:solidFill>
                        <a:srgbClr val="4F81BD"/>
                      </a:solidFill>
                      <a:prstDash val="solid"/>
                    </a:lnL>
                    <a:lnR w="12240">
                      <a:solidFill>
                        <a:srgbClr val="4F81BD"/>
                      </a:solidFill>
                      <a:prstDash val="solid"/>
                    </a:lnR>
                    <a:lnT w="12240">
                      <a:solidFill>
                        <a:srgbClr val="4F81BD"/>
                      </a:solidFill>
                      <a:prstDash val="solid"/>
                    </a:lnT>
                    <a:lnB w="12240">
                      <a:solidFill>
                        <a:srgbClr val="4F81BD"/>
                      </a:solidFill>
                      <a:prstDash val="solid"/>
                    </a:lnB>
                    <a:noFill/>
                  </a:tcPr>
                </a:tc>
                <a:tc>
                  <a:txBody>
                    <a:bodyPr anchor="ctr">
                      <a:noAutofit/>
                    </a:bodyPr>
                    <a:p>
                      <a:pPr defTabSz="914400">
                        <a:lnSpc>
                          <a:spcPct val="100000"/>
                        </a:lnSpc>
                        <a:tabLst>
                          <a:tab pos="0" algn="l"/>
                        </a:tabLst>
                      </a:pPr>
                      <a:r>
                        <a:rPr lang="en-IN" sz="1400" b="0" u="none" strike="noStrike">
                          <a:solidFill>
                            <a:schemeClr val="dk1"/>
                          </a:solidFill>
                          <a:effectLst/>
                          <a:uFillTx/>
                          <a:latin typeface="Times New Roman"/>
                        </a:rPr>
                        <a:t>Brain Tumour Classification using MRI Images and Deep Learning Techniques</a:t>
                      </a:r>
                      <a:endParaRPr lang="en-IN" sz="1400" b="0" u="none" strike="noStrike">
                        <a:solidFill>
                          <a:srgbClr val="000000"/>
                        </a:solidFill>
                        <a:effectLst/>
                        <a:uFillTx/>
                        <a:latin typeface="Arial"/>
                      </a:endParaRPr>
                    </a:p>
                  </a:txBody>
                  <a:tcPr anchor="ctr" marL="91440" marR="91440" marT="45720" marB="45720">
                    <a:lnL w="12240">
                      <a:solidFill>
                        <a:srgbClr val="4F81BD"/>
                      </a:solidFill>
                      <a:prstDash val="solid"/>
                    </a:lnL>
                    <a:lnR w="12240">
                      <a:solidFill>
                        <a:srgbClr val="4F81BD"/>
                      </a:solidFill>
                      <a:prstDash val="solid"/>
                    </a:lnR>
                    <a:lnT w="12240">
                      <a:solidFill>
                        <a:srgbClr val="4F81BD"/>
                      </a:solidFill>
                      <a:prstDash val="solid"/>
                    </a:lnT>
                    <a:lnB w="12240">
                      <a:solidFill>
                        <a:srgbClr val="4F81BD"/>
                      </a:solidFill>
                      <a:prstDash val="solid"/>
                    </a:lnB>
                    <a:noFill/>
                  </a:tcPr>
                </a:tc>
                <a:tc>
                  <a:txBody>
                    <a:bodyPr anchor="ctr">
                      <a:noAutofit/>
                    </a:bodyPr>
                    <a:p>
                      <a:pPr algn="ctr" defTabSz="914400">
                        <a:lnSpc>
                          <a:spcPct val="100000"/>
                        </a:lnSpc>
                        <a:tabLst>
                          <a:tab pos="0" algn="l"/>
                        </a:tabLst>
                      </a:pPr>
                      <a:r>
                        <a:rPr lang="en-IN" sz="1400" b="0" u="none" strike="noStrike">
                          <a:solidFill>
                            <a:schemeClr val="dk1"/>
                          </a:solidFill>
                          <a:effectLst/>
                          <a:uFillTx/>
                          <a:latin typeface="Times New Roman"/>
                        </a:rPr>
                        <a:t>Yuki Wong, Eileen Lee Ming Su, Che Fai Yeong, William Holderbaum, Chenguang Yang  </a:t>
                      </a:r>
                      <a:endParaRPr lang="en-IN" sz="1400" b="0" u="none" strike="noStrike">
                        <a:solidFill>
                          <a:srgbClr val="000000"/>
                        </a:solidFill>
                        <a:effectLst/>
                        <a:uFillTx/>
                        <a:latin typeface="Arial"/>
                      </a:endParaRPr>
                    </a:p>
                  </a:txBody>
                  <a:tcPr anchor="ctr" marL="91440" marR="91440" marT="45720" marB="45720">
                    <a:lnL w="12240">
                      <a:solidFill>
                        <a:srgbClr val="4F81BD"/>
                      </a:solidFill>
                      <a:prstDash val="solid"/>
                    </a:lnL>
                    <a:lnR w="12240">
                      <a:solidFill>
                        <a:srgbClr val="4F81BD"/>
                      </a:solidFill>
                      <a:prstDash val="solid"/>
                    </a:lnR>
                    <a:lnT w="12240">
                      <a:solidFill>
                        <a:srgbClr val="4F81BD"/>
                      </a:solidFill>
                      <a:prstDash val="solid"/>
                    </a:lnT>
                    <a:lnB w="12240">
                      <a:solidFill>
                        <a:srgbClr val="4F81BD"/>
                      </a:solidFill>
                      <a:prstDash val="solid"/>
                    </a:lnB>
                    <a:noFill/>
                  </a:tcPr>
                </a:tc>
                <a:tc>
                  <a:txBody>
                    <a:bodyPr anchor="ctr">
                      <a:noAutofit/>
                    </a:bodyPr>
                    <a:p>
                      <a:pPr defTabSz="914400">
                        <a:lnSpc>
                          <a:spcPct val="100000"/>
                        </a:lnSpc>
                        <a:tabLst>
                          <a:tab pos="0" algn="l"/>
                        </a:tabLst>
                      </a:pPr>
                      <a:r>
                        <a:rPr lang="en-IN" sz="1400" b="0" u="none" strike="noStrike">
                          <a:solidFill>
                            <a:schemeClr val="dk1"/>
                          </a:solidFill>
                          <a:effectLst/>
                          <a:uFillTx/>
                          <a:latin typeface="Times New Roman"/>
                        </a:rPr>
                        <a:t>PLOS One, 2025</a:t>
                      </a:r>
                      <a:endParaRPr lang="en-IN" sz="1400" b="0" u="none" strike="noStrike">
                        <a:solidFill>
                          <a:srgbClr val="000000"/>
                        </a:solidFill>
                        <a:effectLst/>
                        <a:uFillTx/>
                        <a:latin typeface="Arial"/>
                      </a:endParaRPr>
                    </a:p>
                  </a:txBody>
                  <a:tcPr anchor="ctr" marL="91440" marR="91440" marT="45720" marB="45720">
                    <a:lnL w="12240">
                      <a:solidFill>
                        <a:srgbClr val="4F81BD"/>
                      </a:solidFill>
                      <a:prstDash val="solid"/>
                    </a:lnL>
                    <a:lnR w="12240">
                      <a:solidFill>
                        <a:srgbClr val="4F81BD"/>
                      </a:solidFill>
                      <a:prstDash val="solid"/>
                    </a:lnR>
                    <a:lnT w="12240">
                      <a:solidFill>
                        <a:srgbClr val="4F81BD"/>
                      </a:solidFill>
                      <a:prstDash val="solid"/>
                    </a:lnT>
                    <a:lnB w="12240">
                      <a:solidFill>
                        <a:srgbClr val="4F81BD"/>
                      </a:solidFill>
                      <a:prstDash val="solid"/>
                    </a:lnB>
                    <a:noFill/>
                  </a:tcPr>
                </a:tc>
                <a:tc>
                  <a:txBody>
                    <a:bodyPr anchor="ctr">
                      <a:noAutofit/>
                    </a:bodyPr>
                    <a:p>
                      <a:pPr defTabSz="914400">
                        <a:lnSpc>
                          <a:spcPct val="100000"/>
                        </a:lnSpc>
                        <a:tabLst>
                          <a:tab pos="0" algn="l"/>
                        </a:tabLst>
                      </a:pPr>
                      <a:r>
                        <a:rPr lang="en-IN" sz="1400" b="0" u="none" strike="noStrike">
                          <a:solidFill>
                            <a:schemeClr val="dk1"/>
                          </a:solidFill>
                          <a:effectLst/>
                          <a:uFillTx/>
                          <a:latin typeface="Times New Roman"/>
                        </a:rPr>
                        <a:t>CNN with pretrained VGG16; data augmentation; multiclass classification with web-based deployment</a:t>
                      </a:r>
                      <a:endParaRPr lang="en-IN" sz="1400" b="0" u="none" strike="noStrike">
                        <a:solidFill>
                          <a:srgbClr val="000000"/>
                        </a:solidFill>
                        <a:effectLst/>
                        <a:uFillTx/>
                        <a:latin typeface="Arial"/>
                      </a:endParaRPr>
                    </a:p>
                  </a:txBody>
                  <a:tcPr anchor="ctr" marL="91440" marR="91440" marT="45720" marB="45720">
                    <a:lnL w="12240">
                      <a:solidFill>
                        <a:srgbClr val="4F81BD"/>
                      </a:solidFill>
                      <a:prstDash val="solid"/>
                    </a:lnL>
                    <a:lnR w="12240">
                      <a:solidFill>
                        <a:srgbClr val="4F81BD"/>
                      </a:solidFill>
                      <a:prstDash val="solid"/>
                    </a:lnR>
                    <a:lnT w="12240">
                      <a:solidFill>
                        <a:srgbClr val="4F81BD"/>
                      </a:solidFill>
                      <a:prstDash val="solid"/>
                    </a:lnT>
                    <a:lnB w="12240">
                      <a:solidFill>
                        <a:srgbClr val="4F81BD"/>
                      </a:solidFill>
                      <a:prstDash val="solid"/>
                    </a:lnB>
                    <a:noFill/>
                  </a:tcPr>
                </a:tc>
                <a:tc>
                  <a:txBody>
                    <a:bodyPr anchor="ctr">
                      <a:noAutofit/>
                    </a:bodyPr>
                    <a:p>
                      <a:pPr defTabSz="914400">
                        <a:lnSpc>
                          <a:spcPct val="100000"/>
                        </a:lnSpc>
                        <a:tabLst>
                          <a:tab pos="0" algn="l"/>
                        </a:tabLst>
                      </a:pPr>
                      <a:r>
                        <a:rPr lang="en-IN" sz="1400" b="0" u="none" strike="noStrike">
                          <a:solidFill>
                            <a:schemeClr val="dk1"/>
                          </a:solidFill>
                          <a:effectLst/>
                          <a:uFillTx/>
                          <a:latin typeface="Times New Roman"/>
                        </a:rPr>
                        <a:t>Requires large dataset; overfitting risk; limited interpretability</a:t>
                      </a:r>
                      <a:endParaRPr lang="en-IN" sz="1400" b="0" u="none" strike="noStrike">
                        <a:solidFill>
                          <a:srgbClr val="000000"/>
                        </a:solidFill>
                        <a:effectLst/>
                        <a:uFillTx/>
                        <a:latin typeface="Arial"/>
                      </a:endParaRPr>
                    </a:p>
                  </a:txBody>
                  <a:tcPr anchor="ctr" marL="91440" marR="91440" marT="45720" marB="45720">
                    <a:lnL w="12240">
                      <a:solidFill>
                        <a:srgbClr val="4F81BD"/>
                      </a:solidFill>
                      <a:prstDash val="solid"/>
                    </a:lnL>
                    <a:lnR w="12240">
                      <a:solidFill>
                        <a:srgbClr val="4F81BD"/>
                      </a:solidFill>
                      <a:prstDash val="solid"/>
                    </a:lnR>
                    <a:lnT w="12240">
                      <a:solidFill>
                        <a:srgbClr val="4F81BD"/>
                      </a:solidFill>
                      <a:prstDash val="solid"/>
                    </a:lnT>
                    <a:lnB w="12240">
                      <a:solidFill>
                        <a:srgbClr val="4F81BD"/>
                      </a:solidFill>
                      <a:prstDash val="solid"/>
                    </a:lnB>
                    <a:noFill/>
                  </a:tcPr>
                </a:tc>
              </a:tr>
            </a:tbl>
          </a:graphicData>
        </a:graphic>
      </p:graphicFrame>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 name="PlaceHolder 1"/>
          <p:cNvSpPr>
            <a:spLocks noGrp="1"/>
          </p:cNvSpPr>
          <p:nvPr>
            <p:ph type="title"/>
          </p:nvPr>
        </p:nvSpPr>
        <p:spPr>
          <a:xfrm>
            <a:off x="1555200" y="188280"/>
            <a:ext cx="9358560" cy="713160"/>
          </a:xfrm>
          <a:prstGeom prst="rect">
            <a:avLst/>
          </a:prstGeom>
          <a:noFill/>
          <a:ln w="28440">
            <a:solidFill>
              <a:srgbClr val="2D528F"/>
            </a:solidFill>
            <a:round/>
          </a:ln>
        </p:spPr>
        <p:txBody>
          <a:bodyPr lIns="0" tIns="141480" rIns="0" bIns="0" anchor="t">
            <a:spAutoFit/>
          </a:bodyPr>
          <a:p>
            <a:pPr indent="0" algn="ctr">
              <a:lnSpc>
                <a:spcPct val="100000"/>
              </a:lnSpc>
              <a:spcBef>
                <a:spcPts val="1114"/>
              </a:spcBef>
              <a:buNone/>
              <a:tabLst>
                <a:tab pos="0" algn="l"/>
              </a:tabLst>
            </a:pPr>
            <a:r>
              <a:rPr lang="en-IN" sz="3600" b="1" u="none" strike="noStrike">
                <a:solidFill>
                  <a:srgbClr val="C00000"/>
                </a:solidFill>
                <a:effectLst/>
                <a:uFillTx/>
                <a:latin typeface="Times New Roman"/>
              </a:rPr>
              <a:t>LITERATURE</a:t>
            </a:r>
            <a:r>
              <a:rPr lang="en-IN" sz="3600" b="1" u="none" spc="-14" strike="noStrike">
                <a:solidFill>
                  <a:srgbClr val="C00000"/>
                </a:solidFill>
                <a:effectLst/>
                <a:uFillTx/>
                <a:latin typeface="Times New Roman"/>
              </a:rPr>
              <a:t> </a:t>
            </a:r>
            <a:r>
              <a:rPr lang="en-IN" sz="3600" b="1" u="none" spc="-11" strike="noStrike">
                <a:solidFill>
                  <a:srgbClr val="C00000"/>
                </a:solidFill>
                <a:effectLst/>
                <a:uFillTx/>
                <a:latin typeface="Times New Roman"/>
              </a:rPr>
              <a:t>SURVEY</a:t>
            </a:r>
            <a:endParaRPr lang="en-IN" sz="3600" b="0" u="none" strike="noStrike">
              <a:solidFill>
                <a:srgbClr val="000000"/>
              </a:solidFill>
              <a:effectLst/>
              <a:uFillTx/>
              <a:latin typeface="Calibri"/>
            </a:endParaRPr>
          </a:p>
        </p:txBody>
      </p:sp>
      <p:grpSp>
        <p:nvGrpSpPr>
          <p:cNvPr id="59" name="object 3"/>
          <p:cNvGrpSpPr/>
          <p:nvPr/>
        </p:nvGrpSpPr>
        <p:grpSpPr>
          <a:xfrm>
            <a:off x="101520" y="84240"/>
            <a:ext cx="11941560" cy="6641280"/>
            <a:chOff x="101520" y="84240"/>
            <a:chExt cx="11941560" cy="6641280"/>
          </a:xfrm>
        </p:grpSpPr>
        <p:sp>
          <p:nvSpPr>
            <p:cNvPr id="60" name="object 4"/>
            <p:cNvSpPr/>
            <p:nvPr/>
          </p:nvSpPr>
          <p:spPr>
            <a:xfrm>
              <a:off x="101520" y="84240"/>
              <a:ext cx="11941560" cy="6641280"/>
            </a:xfrm>
            <a:custGeom>
              <a:avLst/>
              <a:gdLst>
                <a:gd name="textAreaLeft" fmla="*/ 0 w 11941560"/>
                <a:gd name="textAreaRight" fmla="*/ 11942280 w 11941560"/>
                <a:gd name="textAreaTop" fmla="*/ 0 h 6641280"/>
                <a:gd name="textAreaBottom" fmla="*/ 6642000 h 6641280"/>
              </a:gdLst>
              <a:ahLst/>
              <a:cxnLst/>
              <a:rect l="textAreaLeft" t="textAreaTop" r="textAreaRight" b="textAreaBottom"/>
              <a:pathLst>
                <a:path w="11942445" h="6642100">
                  <a:moveTo>
                    <a:pt x="0" y="6642100"/>
                  </a:moveTo>
                  <a:lnTo>
                    <a:pt x="11942064" y="6642100"/>
                  </a:lnTo>
                  <a:lnTo>
                    <a:pt x="11942064" y="0"/>
                  </a:lnTo>
                  <a:lnTo>
                    <a:pt x="0" y="0"/>
                  </a:lnTo>
                  <a:lnTo>
                    <a:pt x="0" y="6642100"/>
                  </a:lnTo>
                  <a:close/>
                </a:path>
              </a:pathLst>
            </a:custGeom>
            <a:noFill/>
            <a:ln w="28575">
              <a:solidFill>
                <a:srgbClr val="2D528F"/>
              </a:solidFill>
              <a:round/>
            </a:ln>
          </p:spPr>
          <p:style>
            <a:lnRef idx="0"/>
            <a:fillRef idx="0"/>
            <a:effectRef idx="0"/>
            <a:fontRef idx="minor"/>
          </p:style>
          <p:txBody>
            <a:bodyPr lIns="0" tIns="0" rIns="0" bIns="0" anchor="t">
              <a:noAutofit/>
            </a:bodyPr>
            <a:p>
              <a:endParaRPr lang="en-IN" sz="1800" b="0" u="none" strike="noStrike">
                <a:solidFill>
                  <a:srgbClr val="000000"/>
                </a:solidFill>
                <a:effectLst/>
                <a:uFillTx/>
                <a:latin typeface="Arial"/>
              </a:endParaRPr>
            </a:p>
          </p:txBody>
        </p:sp>
        <p:pic>
          <p:nvPicPr>
            <p:cNvPr id="61" name="object 5"/>
            <p:cNvPicPr/>
            <p:nvPr/>
          </p:nvPicPr>
          <p:blipFill>
            <a:blip r:embed="rId1"/>
            <a:stretch/>
          </p:blipFill>
          <p:spPr>
            <a:xfrm>
              <a:off x="385920" y="180720"/>
              <a:ext cx="744120" cy="863640"/>
            </a:xfrm>
            <a:prstGeom prst="rect">
              <a:avLst/>
            </a:prstGeom>
            <a:noFill/>
            <a:ln w="0">
              <a:noFill/>
            </a:ln>
          </p:spPr>
        </p:pic>
      </p:grpSp>
      <p:sp>
        <p:nvSpPr>
          <p:cNvPr id="62" name="PlaceHolder 2"/>
          <p:cNvSpPr>
            <a:spLocks noGrp="1"/>
          </p:cNvSpPr>
          <p:nvPr>
            <p:ph type="sldNum" idx="21"/>
          </p:nvPr>
        </p:nvSpPr>
        <p:spPr>
          <a:xfrm>
            <a:off x="11551680" y="6351840"/>
            <a:ext cx="537840" cy="352080"/>
          </a:xfrm>
          <a:prstGeom prst="rect">
            <a:avLst/>
          </a:prstGeom>
          <a:noFill/>
          <a:ln w="0">
            <a:noFill/>
          </a:ln>
        </p:spPr>
        <p:txBody>
          <a:bodyPr lIns="0" tIns="73800" rIns="0" bIns="0" anchor="t">
            <a:spAutoFit/>
          </a:bodyPr>
          <a:lstStyle>
            <a:lvl1pPr marL="298440" indent="0" algn="l">
              <a:lnSpc>
                <a:spcPct val="100000"/>
              </a:lnSpc>
              <a:spcBef>
                <a:spcPts val="11"/>
              </a:spcBef>
              <a:buNone/>
              <a:tabLst>
                <a:tab pos="0" algn="l"/>
              </a:tabLst>
              <a:defRPr lang="en-US" sz="1800" b="1" u="none" spc="-51" strike="noStrike">
                <a:solidFill>
                  <a:srgbClr val="2D5395"/>
                </a:solidFill>
                <a:effectLst/>
                <a:uFillTx/>
                <a:latin typeface="Cambria"/>
              </a:defRPr>
            </a:lvl1pPr>
          </a:lstStyle>
          <a:p>
            <a:pPr marL="298440" indent="0" algn="l">
              <a:lnSpc>
                <a:spcPct val="100000"/>
              </a:lnSpc>
              <a:spcBef>
                <a:spcPts val="11"/>
              </a:spcBef>
              <a:buNone/>
              <a:tabLst>
                <a:tab pos="0" algn="l"/>
              </a:tabLst>
            </a:pPr>
            <a:r>
              <a:rPr lang="en-US" sz="1800" b="1" u="none" spc="-51" strike="noStrike">
                <a:solidFill>
                  <a:srgbClr val="2D5395"/>
                </a:solidFill>
                <a:effectLst/>
                <a:uFillTx/>
                <a:latin typeface="Cambria"/>
              </a:rPr>
              <a:t>4</a:t>
            </a:r>
            <a:endParaRPr lang="en-IN" sz="1800" b="0" u="none" strike="noStrike">
              <a:solidFill>
                <a:srgbClr val="000000"/>
              </a:solidFill>
              <a:effectLst/>
              <a:uFillTx/>
              <a:latin typeface="Times New Roman"/>
            </a:endParaRPr>
          </a:p>
        </p:txBody>
      </p:sp>
      <p:graphicFrame>
        <p:nvGraphicFramePr>
          <p:cNvPr id="63" name="Table 5"/>
          <p:cNvGraphicFramePr/>
          <p:nvPr/>
        </p:nvGraphicFramePr>
        <p:xfrm>
          <a:off x="398520" y="1148760"/>
          <a:ext cx="11393640" cy="5453280"/>
        </p:xfrm>
        <a:graphic>
          <a:graphicData uri="http://schemas.openxmlformats.org/drawingml/2006/table">
            <a:tbl>
              <a:tblPr/>
              <a:tblGrid>
                <a:gridCol w="1899000"/>
                <a:gridCol w="1899000"/>
                <a:gridCol w="1899000"/>
                <a:gridCol w="1899000"/>
                <a:gridCol w="1899000"/>
                <a:gridCol w="1899000"/>
              </a:tblGrid>
              <a:tr h="1427040">
                <a:tc>
                  <a:txBody>
                    <a:bodyPr anchor="ctr">
                      <a:noAutofit/>
                    </a:bodyPr>
                    <a:p>
                      <a:pPr algn="ctr" defTabSz="914400">
                        <a:lnSpc>
                          <a:spcPct val="100000"/>
                        </a:lnSpc>
                        <a:tabLst>
                          <a:tab pos="0" algn="l"/>
                        </a:tabLst>
                      </a:pPr>
                      <a:r>
                        <a:rPr lang="en-IN" sz="1600" b="1" u="none" spc="-20" strike="noStrike">
                          <a:solidFill>
                            <a:srgbClr val="4F81BD"/>
                          </a:solidFill>
                          <a:effectLst/>
                          <a:uFillTx/>
                          <a:latin typeface="Times New Roman"/>
                        </a:rPr>
                        <a:t>Sl. no</a:t>
                      </a:r>
                      <a:endParaRPr lang="en-IN" sz="1600" b="0" u="none" strike="noStrike">
                        <a:solidFill>
                          <a:srgbClr val="000000"/>
                        </a:solidFill>
                        <a:effectLst/>
                        <a:uFillTx/>
                        <a:latin typeface="Arial"/>
                      </a:endParaRPr>
                    </a:p>
                    <a:p>
                      <a:pPr defTabSz="914400">
                        <a:lnSpc>
                          <a:spcPct val="100000"/>
                        </a:lnSpc>
                        <a:tabLst>
                          <a:tab pos="0" algn="l"/>
                        </a:tabLst>
                      </a:pPr>
                      <a:endParaRPr lang="en-IN" sz="1600" b="0" u="none" strike="noStrike">
                        <a:solidFill>
                          <a:srgbClr val="000000"/>
                        </a:solidFill>
                        <a:effectLst/>
                        <a:uFillTx/>
                        <a:latin typeface="Arial"/>
                      </a:endParaRPr>
                    </a:p>
                  </a:txBody>
                  <a:tcPr anchor="ctr" marL="91440" marR="91440" marT="45720" marB="45720">
                    <a:lnL w="12240">
                      <a:solidFill>
                        <a:srgbClr val="4F81BD"/>
                      </a:solidFill>
                      <a:prstDash val="solid"/>
                    </a:lnL>
                    <a:lnR w="12240">
                      <a:solidFill>
                        <a:srgbClr val="4F81BD"/>
                      </a:solidFill>
                      <a:prstDash val="solid"/>
                    </a:lnR>
                    <a:lnT w="12240">
                      <a:solidFill>
                        <a:srgbClr val="4F81BD"/>
                      </a:solidFill>
                      <a:prstDash val="solid"/>
                    </a:lnT>
                    <a:lnB w="12240">
                      <a:solidFill>
                        <a:srgbClr val="4F81BD"/>
                      </a:solidFill>
                      <a:prstDash val="solid"/>
                    </a:lnB>
                    <a:noFill/>
                  </a:tcPr>
                </a:tc>
                <a:tc>
                  <a:txBody>
                    <a:bodyPr anchor="ctr">
                      <a:noAutofit/>
                    </a:bodyPr>
                    <a:p>
                      <a:pPr algn="ctr" defTabSz="914400">
                        <a:lnSpc>
                          <a:spcPct val="100000"/>
                        </a:lnSpc>
                        <a:tabLst>
                          <a:tab pos="0" algn="l"/>
                        </a:tabLst>
                      </a:pPr>
                      <a:r>
                        <a:rPr lang="en-IN" sz="1600" b="1" u="none" strike="noStrike">
                          <a:solidFill>
                            <a:srgbClr val="4F81BD"/>
                          </a:solidFill>
                          <a:effectLst/>
                          <a:uFillTx/>
                          <a:latin typeface="Times New Roman"/>
                        </a:rPr>
                        <a:t>Title</a:t>
                      </a:r>
                      <a:r>
                        <a:rPr lang="en-IN" sz="1600" b="1" u="none" spc="-45" strike="noStrike">
                          <a:solidFill>
                            <a:srgbClr val="4F81BD"/>
                          </a:solidFill>
                          <a:effectLst/>
                          <a:uFillTx/>
                          <a:latin typeface="Times New Roman"/>
                        </a:rPr>
                        <a:t> </a:t>
                      </a:r>
                      <a:r>
                        <a:rPr lang="en-IN" sz="1600" b="1" u="none" strike="noStrike">
                          <a:solidFill>
                            <a:srgbClr val="4F81BD"/>
                          </a:solidFill>
                          <a:effectLst/>
                          <a:uFillTx/>
                          <a:latin typeface="Times New Roman"/>
                        </a:rPr>
                        <a:t>of</a:t>
                      </a:r>
                      <a:r>
                        <a:rPr lang="en-IN" sz="1600" b="1" u="none" spc="-6" strike="noStrike">
                          <a:solidFill>
                            <a:srgbClr val="4F81BD"/>
                          </a:solidFill>
                          <a:effectLst/>
                          <a:uFillTx/>
                          <a:latin typeface="Times New Roman"/>
                        </a:rPr>
                        <a:t> </a:t>
                      </a:r>
                      <a:r>
                        <a:rPr lang="en-IN" sz="1600" b="1" u="none" spc="-26" strike="noStrike">
                          <a:solidFill>
                            <a:srgbClr val="4F81BD"/>
                          </a:solidFill>
                          <a:effectLst/>
                          <a:uFillTx/>
                          <a:latin typeface="Times New Roman"/>
                        </a:rPr>
                        <a:t>the </a:t>
                      </a:r>
                      <a:r>
                        <a:rPr lang="en-IN" sz="1600" b="1" u="none" spc="-11" strike="noStrike">
                          <a:solidFill>
                            <a:srgbClr val="4F81BD"/>
                          </a:solidFill>
                          <a:effectLst/>
                          <a:uFillTx/>
                          <a:latin typeface="Times New Roman"/>
                        </a:rPr>
                        <a:t>paper</a:t>
                      </a:r>
                      <a:endParaRPr lang="en-IN" sz="1600" b="0" u="none" strike="noStrike">
                        <a:solidFill>
                          <a:srgbClr val="000000"/>
                        </a:solidFill>
                        <a:effectLst/>
                        <a:uFillTx/>
                        <a:latin typeface="Arial"/>
                      </a:endParaRPr>
                    </a:p>
                    <a:p>
                      <a:pPr defTabSz="914400">
                        <a:lnSpc>
                          <a:spcPct val="100000"/>
                        </a:lnSpc>
                        <a:tabLst>
                          <a:tab pos="0" algn="l"/>
                        </a:tabLst>
                      </a:pPr>
                      <a:endParaRPr lang="en-IN" sz="1600" b="0" u="none" strike="noStrike">
                        <a:solidFill>
                          <a:srgbClr val="000000"/>
                        </a:solidFill>
                        <a:effectLst/>
                        <a:uFillTx/>
                        <a:latin typeface="Arial"/>
                      </a:endParaRPr>
                    </a:p>
                  </a:txBody>
                  <a:tcPr anchor="ctr" marL="91440" marR="91440" marT="45720" marB="45720">
                    <a:lnL w="12240">
                      <a:solidFill>
                        <a:srgbClr val="4F81BD"/>
                      </a:solidFill>
                      <a:prstDash val="solid"/>
                    </a:lnL>
                    <a:lnR w="12240">
                      <a:solidFill>
                        <a:srgbClr val="4F81BD"/>
                      </a:solidFill>
                      <a:prstDash val="solid"/>
                    </a:lnR>
                    <a:lnT w="12240">
                      <a:solidFill>
                        <a:srgbClr val="4F81BD"/>
                      </a:solidFill>
                      <a:prstDash val="solid"/>
                    </a:lnT>
                    <a:lnB w="12240">
                      <a:solidFill>
                        <a:srgbClr val="4F81BD"/>
                      </a:solidFill>
                      <a:prstDash val="solid"/>
                    </a:lnB>
                    <a:noFill/>
                  </a:tcPr>
                </a:tc>
                <a:tc>
                  <a:txBody>
                    <a:bodyPr anchor="ctr">
                      <a:noAutofit/>
                    </a:bodyPr>
                    <a:p>
                      <a:pPr algn="ctr" defTabSz="914400">
                        <a:lnSpc>
                          <a:spcPct val="100000"/>
                        </a:lnSpc>
                        <a:tabLst>
                          <a:tab pos="0" algn="l"/>
                        </a:tabLst>
                      </a:pPr>
                      <a:r>
                        <a:rPr lang="en-IN" sz="1600" b="1" u="none" spc="-11" strike="noStrike">
                          <a:solidFill>
                            <a:srgbClr val="4F81BD"/>
                          </a:solidFill>
                          <a:effectLst/>
                          <a:uFillTx/>
                          <a:latin typeface="Times New Roman"/>
                        </a:rPr>
                        <a:t>Author</a:t>
                      </a:r>
                      <a:endParaRPr lang="en-IN" sz="1600" b="0" u="none" strike="noStrike">
                        <a:solidFill>
                          <a:srgbClr val="000000"/>
                        </a:solidFill>
                        <a:effectLst/>
                        <a:uFillTx/>
                        <a:latin typeface="Arial"/>
                      </a:endParaRPr>
                    </a:p>
                    <a:p>
                      <a:pPr defTabSz="914400">
                        <a:lnSpc>
                          <a:spcPct val="100000"/>
                        </a:lnSpc>
                        <a:tabLst>
                          <a:tab pos="0" algn="l"/>
                        </a:tabLst>
                      </a:pPr>
                      <a:endParaRPr lang="en-IN" sz="1600" b="0" u="none" strike="noStrike">
                        <a:solidFill>
                          <a:srgbClr val="000000"/>
                        </a:solidFill>
                        <a:effectLst/>
                        <a:uFillTx/>
                        <a:latin typeface="Arial"/>
                      </a:endParaRPr>
                    </a:p>
                  </a:txBody>
                  <a:tcPr anchor="ctr" marL="91440" marR="91440" marT="45720" marB="45720">
                    <a:lnL w="12240">
                      <a:solidFill>
                        <a:srgbClr val="4F81BD"/>
                      </a:solidFill>
                      <a:prstDash val="solid"/>
                    </a:lnL>
                    <a:lnR w="12240">
                      <a:solidFill>
                        <a:srgbClr val="4F81BD"/>
                      </a:solidFill>
                      <a:prstDash val="solid"/>
                    </a:lnR>
                    <a:lnT w="12240">
                      <a:solidFill>
                        <a:srgbClr val="4F81BD"/>
                      </a:solidFill>
                      <a:prstDash val="solid"/>
                    </a:lnT>
                    <a:lnB w="12240">
                      <a:solidFill>
                        <a:srgbClr val="4F81BD"/>
                      </a:solidFill>
                      <a:prstDash val="solid"/>
                    </a:lnB>
                    <a:noFill/>
                  </a:tcPr>
                </a:tc>
                <a:tc>
                  <a:txBody>
                    <a:bodyPr anchor="ctr">
                      <a:noAutofit/>
                    </a:bodyPr>
                    <a:p>
                      <a:pPr algn="ctr" defTabSz="914400">
                        <a:lnSpc>
                          <a:spcPct val="100000"/>
                        </a:lnSpc>
                        <a:tabLst>
                          <a:tab pos="0" algn="l"/>
                        </a:tabLst>
                      </a:pPr>
                      <a:r>
                        <a:rPr lang="en-US" sz="1600" b="1" u="none" spc="-11" strike="noStrike">
                          <a:solidFill>
                            <a:srgbClr val="4F81BD"/>
                          </a:solidFill>
                          <a:effectLst/>
                          <a:uFillTx/>
                          <a:latin typeface="Times New Roman"/>
                        </a:rPr>
                        <a:t>Name of the Journal and Publication </a:t>
                      </a:r>
                      <a:r>
                        <a:rPr lang="en-US" sz="1600" b="1" u="none" strike="noStrike">
                          <a:solidFill>
                            <a:srgbClr val="4F81BD"/>
                          </a:solidFill>
                          <a:effectLst/>
                          <a:uFillTx/>
                          <a:latin typeface="Times New Roman"/>
                        </a:rPr>
                        <a:t>Year</a:t>
                      </a:r>
                      <a:endParaRPr lang="en-IN" sz="1600" b="0" u="none" strike="noStrike">
                        <a:solidFill>
                          <a:srgbClr val="000000"/>
                        </a:solidFill>
                        <a:effectLst/>
                        <a:uFillTx/>
                        <a:latin typeface="Arial"/>
                      </a:endParaRPr>
                    </a:p>
                  </a:txBody>
                  <a:tcPr anchor="ctr" marL="91440" marR="91440" marT="45720" marB="45720">
                    <a:lnL w="12240">
                      <a:solidFill>
                        <a:srgbClr val="4F81BD"/>
                      </a:solidFill>
                      <a:prstDash val="solid"/>
                    </a:lnL>
                    <a:lnR w="12240">
                      <a:solidFill>
                        <a:srgbClr val="4F81BD"/>
                      </a:solidFill>
                      <a:prstDash val="solid"/>
                    </a:lnR>
                    <a:lnT w="12240">
                      <a:solidFill>
                        <a:srgbClr val="4F81BD"/>
                      </a:solidFill>
                      <a:prstDash val="solid"/>
                    </a:lnT>
                    <a:lnB w="12240">
                      <a:solidFill>
                        <a:srgbClr val="4F81BD"/>
                      </a:solidFill>
                      <a:prstDash val="solid"/>
                    </a:lnB>
                    <a:noFill/>
                  </a:tcPr>
                </a:tc>
                <a:tc>
                  <a:txBody>
                    <a:bodyPr anchor="ctr">
                      <a:noAutofit/>
                    </a:bodyPr>
                    <a:p>
                      <a:pPr algn="ctr" defTabSz="914400">
                        <a:lnSpc>
                          <a:spcPct val="100000"/>
                        </a:lnSpc>
                        <a:tabLst>
                          <a:tab pos="0" algn="l"/>
                        </a:tabLst>
                      </a:pPr>
                      <a:r>
                        <a:rPr lang="en-IN" sz="1600" b="1" u="none" spc="-11" strike="noStrike">
                          <a:solidFill>
                            <a:srgbClr val="4F81BD"/>
                          </a:solidFill>
                          <a:effectLst/>
                          <a:uFillTx/>
                          <a:latin typeface="Times New Roman"/>
                        </a:rPr>
                        <a:t>Methodology</a:t>
                      </a:r>
                      <a:endParaRPr lang="en-IN" sz="1600" b="0" u="none" strike="noStrike">
                        <a:solidFill>
                          <a:srgbClr val="000000"/>
                        </a:solidFill>
                        <a:effectLst/>
                        <a:uFillTx/>
                        <a:latin typeface="Arial"/>
                      </a:endParaRPr>
                    </a:p>
                    <a:p>
                      <a:pPr defTabSz="914400">
                        <a:lnSpc>
                          <a:spcPct val="100000"/>
                        </a:lnSpc>
                        <a:tabLst>
                          <a:tab pos="0" algn="l"/>
                        </a:tabLst>
                      </a:pPr>
                      <a:endParaRPr lang="en-IN" sz="1600" b="0" u="none" strike="noStrike">
                        <a:solidFill>
                          <a:srgbClr val="000000"/>
                        </a:solidFill>
                        <a:effectLst/>
                        <a:uFillTx/>
                        <a:latin typeface="Arial"/>
                      </a:endParaRPr>
                    </a:p>
                  </a:txBody>
                  <a:tcPr anchor="ctr" marL="91440" marR="91440" marT="45720" marB="45720">
                    <a:lnL w="12240">
                      <a:solidFill>
                        <a:srgbClr val="4F81BD"/>
                      </a:solidFill>
                      <a:prstDash val="solid"/>
                    </a:lnL>
                    <a:lnR w="12240">
                      <a:solidFill>
                        <a:srgbClr val="4F81BD"/>
                      </a:solidFill>
                      <a:prstDash val="solid"/>
                    </a:lnR>
                    <a:lnT w="12240">
                      <a:solidFill>
                        <a:srgbClr val="4F81BD"/>
                      </a:solidFill>
                      <a:prstDash val="solid"/>
                    </a:lnT>
                    <a:lnB w="12240">
                      <a:solidFill>
                        <a:srgbClr val="4F81BD"/>
                      </a:solidFill>
                      <a:prstDash val="solid"/>
                    </a:lnB>
                    <a:noFill/>
                  </a:tcPr>
                </a:tc>
                <a:tc>
                  <a:txBody>
                    <a:bodyPr anchor="ctr">
                      <a:noAutofit/>
                    </a:bodyPr>
                    <a:p>
                      <a:pPr algn="ctr" defTabSz="914400">
                        <a:lnSpc>
                          <a:spcPct val="100000"/>
                        </a:lnSpc>
                        <a:tabLst>
                          <a:tab pos="0" algn="l"/>
                        </a:tabLst>
                      </a:pPr>
                      <a:r>
                        <a:rPr lang="en-US" sz="1600" b="1" u="none" spc="-11" strike="noStrike">
                          <a:solidFill>
                            <a:srgbClr val="4F81BD"/>
                          </a:solidFill>
                          <a:effectLst/>
                          <a:uFillTx/>
                          <a:latin typeface="Times New Roman"/>
                        </a:rPr>
                        <a:t>Drawback</a:t>
                      </a:r>
                      <a:endParaRPr lang="en-IN" sz="1600" b="0" u="none" strike="noStrike">
                        <a:solidFill>
                          <a:srgbClr val="000000"/>
                        </a:solidFill>
                        <a:effectLst/>
                        <a:uFillTx/>
                        <a:latin typeface="Arial"/>
                      </a:endParaRPr>
                    </a:p>
                    <a:p>
                      <a:pPr defTabSz="914400">
                        <a:lnSpc>
                          <a:spcPct val="100000"/>
                        </a:lnSpc>
                        <a:tabLst>
                          <a:tab pos="0" algn="l"/>
                        </a:tabLst>
                      </a:pPr>
                      <a:endParaRPr lang="en-IN" sz="1600" b="0" u="none" strike="noStrike">
                        <a:solidFill>
                          <a:srgbClr val="000000"/>
                        </a:solidFill>
                        <a:effectLst/>
                        <a:uFillTx/>
                        <a:latin typeface="Arial"/>
                      </a:endParaRPr>
                    </a:p>
                  </a:txBody>
                  <a:tcPr anchor="ctr" marL="91440" marR="91440" marT="45720" marB="45720">
                    <a:lnL w="12240">
                      <a:solidFill>
                        <a:srgbClr val="4F81BD"/>
                      </a:solidFill>
                      <a:prstDash val="solid"/>
                    </a:lnL>
                    <a:lnR w="12240">
                      <a:solidFill>
                        <a:srgbClr val="4F81BD"/>
                      </a:solidFill>
                      <a:prstDash val="solid"/>
                    </a:lnR>
                    <a:lnT w="12240">
                      <a:solidFill>
                        <a:srgbClr val="4F81BD"/>
                      </a:solidFill>
                      <a:prstDash val="solid"/>
                    </a:lnT>
                    <a:lnB w="12240">
                      <a:solidFill>
                        <a:srgbClr val="4F81BD"/>
                      </a:solidFill>
                      <a:prstDash val="solid"/>
                    </a:lnB>
                    <a:noFill/>
                  </a:tcPr>
                </a:tc>
              </a:tr>
              <a:tr h="506160">
                <a:tc>
                  <a:txBody>
                    <a:bodyPr anchor="ctr">
                      <a:noAutofit/>
                    </a:bodyPr>
                    <a:p>
                      <a:pPr algn="ctr" defTabSz="914400">
                        <a:lnSpc>
                          <a:spcPct val="100000"/>
                        </a:lnSpc>
                        <a:tabLst>
                          <a:tab pos="0" algn="l"/>
                        </a:tabLst>
                      </a:pPr>
                      <a:r>
                        <a:rPr lang="en-US" sz="1400" b="0" u="none" strike="noStrike">
                          <a:solidFill>
                            <a:srgbClr val="000000"/>
                          </a:solidFill>
                          <a:effectLst/>
                          <a:uFillTx/>
                          <a:latin typeface="Times New Roman"/>
                        </a:rPr>
                        <a:t>3</a:t>
                      </a:r>
                      <a:endParaRPr lang="en-IN" sz="1400" b="0" u="none" strike="noStrike">
                        <a:solidFill>
                          <a:srgbClr val="FFFFFF"/>
                        </a:solidFill>
                        <a:effectLst/>
                        <a:uFillTx/>
                        <a:latin typeface="Arial"/>
                      </a:endParaRPr>
                    </a:p>
                    <a:p>
                      <a:pPr defTabSz="914400">
                        <a:lnSpc>
                          <a:spcPct val="100000"/>
                        </a:lnSpc>
                        <a:tabLst>
                          <a:tab pos="0" algn="l"/>
                        </a:tabLst>
                      </a:pPr>
                      <a:endParaRPr lang="en-IN" sz="1400" b="0" u="none" strike="noStrike">
                        <a:solidFill>
                          <a:srgbClr val="FFFFFF"/>
                        </a:solidFill>
                        <a:effectLst/>
                        <a:uFillTx/>
                        <a:latin typeface="Arial"/>
                      </a:endParaRPr>
                    </a:p>
                  </a:txBody>
                  <a:tcPr anchor="ctr" marL="91440" marR="91440" marT="45720" marB="45720">
                    <a:lnL w="12240">
                      <a:solidFill>
                        <a:srgbClr val="4F81BD"/>
                      </a:solidFill>
                      <a:prstDash val="solid"/>
                    </a:lnL>
                    <a:lnR w="12240">
                      <a:solidFill>
                        <a:srgbClr val="4F81BD"/>
                      </a:solidFill>
                      <a:prstDash val="solid"/>
                    </a:lnR>
                    <a:lnT w="12240">
                      <a:solidFill>
                        <a:srgbClr val="4F81BD"/>
                      </a:solidFill>
                      <a:prstDash val="solid"/>
                    </a:lnT>
                    <a:lnB w="12240">
                      <a:solidFill>
                        <a:srgbClr val="4F81BD"/>
                      </a:solidFill>
                      <a:prstDash val="solid"/>
                    </a:lnB>
                    <a:solidFill>
                      <a:srgbClr val="4F81BD">
                        <a:alpha val="20000"/>
                      </a:srgbClr>
                    </a:solidFill>
                  </a:tcPr>
                </a:tc>
                <a:tc>
                  <a:txBody>
                    <a:bodyPr anchor="ctr">
                      <a:noAutofit/>
                    </a:bodyPr>
                    <a:p>
                      <a:pPr defTabSz="914400">
                        <a:lnSpc>
                          <a:spcPct val="100000"/>
                        </a:lnSpc>
                        <a:tabLst>
                          <a:tab pos="0" algn="l"/>
                        </a:tabLst>
                      </a:pPr>
                      <a:r>
                        <a:rPr lang="en-IN" sz="1400" b="0" u="none" strike="noStrike">
                          <a:solidFill>
                            <a:schemeClr val="dk1"/>
                          </a:solidFill>
                          <a:effectLst/>
                          <a:uFillTx/>
                          <a:latin typeface="Times New Roman"/>
                        </a:rPr>
                        <a:t>A Hybrid Deep Learning and Language Model Framework or Brain Tumour Detection and</a:t>
                      </a:r>
                      <a:r>
                        <a:rPr lang="en-US" sz="1400" b="0" u="none" strike="noStrike">
                          <a:solidFill>
                            <a:schemeClr val="dk1"/>
                          </a:solidFill>
                          <a:effectLst/>
                          <a:uFillTx/>
                          <a:latin typeface="Times New Roman"/>
                        </a:rPr>
                        <a:t> Personalized Diagnostic Assistance via Medical Chatbots</a:t>
                      </a:r>
                      <a:endParaRPr lang="en-IN" sz="1400" b="0" u="none" strike="noStrike">
                        <a:solidFill>
                          <a:srgbClr val="FFFFFF"/>
                        </a:solidFill>
                        <a:effectLst/>
                        <a:uFillTx/>
                        <a:latin typeface="Arial"/>
                      </a:endParaRPr>
                    </a:p>
                  </a:txBody>
                  <a:tcPr anchor="ctr" marL="91440" marR="91440" marT="45720" marB="45720">
                    <a:lnL w="12240">
                      <a:solidFill>
                        <a:srgbClr val="4F81BD"/>
                      </a:solidFill>
                      <a:prstDash val="solid"/>
                    </a:lnL>
                    <a:lnR w="12240">
                      <a:solidFill>
                        <a:srgbClr val="4F81BD"/>
                      </a:solidFill>
                      <a:prstDash val="solid"/>
                    </a:lnR>
                    <a:lnT w="12240">
                      <a:solidFill>
                        <a:srgbClr val="4F81BD"/>
                      </a:solidFill>
                      <a:prstDash val="solid"/>
                    </a:lnT>
                    <a:lnB w="12240">
                      <a:solidFill>
                        <a:srgbClr val="4F81BD"/>
                      </a:solidFill>
                      <a:prstDash val="solid"/>
                    </a:lnB>
                    <a:solidFill>
                      <a:srgbClr val="4F81BD">
                        <a:alpha val="20000"/>
                      </a:srgbClr>
                    </a:solidFill>
                  </a:tcPr>
                </a:tc>
                <a:tc>
                  <a:txBody>
                    <a:bodyPr anchor="ctr">
                      <a:noAutofit/>
                    </a:bodyPr>
                    <a:p>
                      <a:pPr>
                        <a:lnSpc>
                          <a:spcPct val="100000"/>
                        </a:lnSpc>
                      </a:pPr>
                      <a:r>
                        <a:rPr lang="en-US" sz="1400" b="0" u="none" strike="noStrike">
                          <a:solidFill>
                            <a:schemeClr val="dk1"/>
                          </a:solidFill>
                          <a:effectLst/>
                          <a:uFillTx/>
                          <a:latin typeface="Times New Roman"/>
                        </a:rPr>
                        <a:t>Pooja Panapana, Balajee Maram, Kishor Kumar Reddy</a:t>
                      </a:r>
                      <a:endParaRPr lang="en-IN" sz="1400" b="0" u="none" strike="noStrike">
                        <a:solidFill>
                          <a:srgbClr val="FFFFFF"/>
                        </a:solidFill>
                        <a:effectLst/>
                        <a:uFillTx/>
                        <a:latin typeface="Arial"/>
                      </a:endParaRPr>
                    </a:p>
                  </a:txBody>
                  <a:tcPr anchor="ctr" marL="91440" marR="91440" marT="45720" marB="45720">
                    <a:lnL w="12240">
                      <a:solidFill>
                        <a:srgbClr val="4F81BD"/>
                      </a:solidFill>
                      <a:prstDash val="solid"/>
                    </a:lnL>
                    <a:lnR w="12240">
                      <a:solidFill>
                        <a:srgbClr val="4F81BD"/>
                      </a:solidFill>
                      <a:prstDash val="solid"/>
                    </a:lnR>
                    <a:lnT w="12240">
                      <a:solidFill>
                        <a:srgbClr val="4F81BD"/>
                      </a:solidFill>
                      <a:prstDash val="solid"/>
                    </a:lnT>
                    <a:lnB w="12240">
                      <a:solidFill>
                        <a:srgbClr val="4F81BD"/>
                      </a:solidFill>
                      <a:prstDash val="solid"/>
                    </a:lnB>
                    <a:solidFill>
                      <a:srgbClr val="4F81BD">
                        <a:alpha val="20000"/>
                      </a:srgbClr>
                    </a:solidFill>
                  </a:tcPr>
                </a:tc>
                <a:tc>
                  <a:txBody>
                    <a:bodyPr anchor="ctr">
                      <a:noAutofit/>
                    </a:bodyPr>
                    <a:p>
                      <a:pPr>
                        <a:lnSpc>
                          <a:spcPct val="100000"/>
                        </a:lnSpc>
                      </a:pPr>
                      <a:r>
                        <a:rPr lang="en-US" sz="1400" b="0" u="none" strike="noStrike">
                          <a:solidFill>
                            <a:srgbClr val="000000"/>
                          </a:solidFill>
                          <a:effectLst/>
                          <a:uFillTx/>
                          <a:latin typeface="Times New Roman"/>
                        </a:rPr>
                        <a:t>IEEE, 2025</a:t>
                      </a:r>
                      <a:endParaRPr lang="en-IN" sz="1400" b="0" u="none" strike="noStrike">
                        <a:solidFill>
                          <a:srgbClr val="FFFFFF"/>
                        </a:solidFill>
                        <a:effectLst/>
                        <a:uFillTx/>
                        <a:latin typeface="Arial"/>
                      </a:endParaRPr>
                    </a:p>
                  </a:txBody>
                  <a:tcPr anchor="ctr" marL="91440" marR="91440" marT="45720" marB="45720">
                    <a:lnL w="12240">
                      <a:solidFill>
                        <a:srgbClr val="4F81BD"/>
                      </a:solidFill>
                      <a:prstDash val="solid"/>
                    </a:lnL>
                    <a:lnR w="12240">
                      <a:solidFill>
                        <a:srgbClr val="4F81BD"/>
                      </a:solidFill>
                      <a:prstDash val="solid"/>
                    </a:lnR>
                    <a:lnT w="12240">
                      <a:solidFill>
                        <a:srgbClr val="4F81BD"/>
                      </a:solidFill>
                      <a:prstDash val="solid"/>
                    </a:lnT>
                    <a:lnB w="12240">
                      <a:solidFill>
                        <a:srgbClr val="4F81BD"/>
                      </a:solidFill>
                      <a:prstDash val="solid"/>
                    </a:lnB>
                    <a:solidFill>
                      <a:srgbClr val="4F81BD">
                        <a:alpha val="20000"/>
                      </a:srgbClr>
                    </a:solidFill>
                  </a:tcPr>
                </a:tc>
                <a:tc>
                  <a:txBody>
                    <a:bodyPr anchor="ctr">
                      <a:noAutofit/>
                    </a:bodyPr>
                    <a:p>
                      <a:pPr>
                        <a:lnSpc>
                          <a:spcPct val="100000"/>
                        </a:lnSpc>
                      </a:pPr>
                      <a:r>
                        <a:rPr lang="en-IN" sz="1400" b="0" u="none" strike="noStrike">
                          <a:solidFill>
                            <a:srgbClr val="000000"/>
                          </a:solidFill>
                          <a:effectLst/>
                          <a:uFillTx/>
                          <a:latin typeface="Times New Roman"/>
                        </a:rPr>
                        <a:t>Combines CNN for tumour detection with LLM-based chatbot using NLP for personalized medical assistance; includes preprocessing, classification, and conversational AI</a:t>
                      </a:r>
                      <a:endParaRPr lang="en-IN" sz="1400" b="0" u="none" strike="noStrike">
                        <a:solidFill>
                          <a:srgbClr val="FFFFFF"/>
                        </a:solidFill>
                        <a:effectLst/>
                        <a:uFillTx/>
                        <a:latin typeface="Arial"/>
                      </a:endParaRPr>
                    </a:p>
                  </a:txBody>
                  <a:tcPr anchor="ctr" marL="91440" marR="91440" marT="45720" marB="45720">
                    <a:lnL w="12240">
                      <a:solidFill>
                        <a:srgbClr val="4F81BD"/>
                      </a:solidFill>
                      <a:prstDash val="solid"/>
                    </a:lnL>
                    <a:lnR w="12240">
                      <a:solidFill>
                        <a:srgbClr val="4F81BD"/>
                      </a:solidFill>
                      <a:prstDash val="solid"/>
                    </a:lnR>
                    <a:lnT w="12240">
                      <a:solidFill>
                        <a:srgbClr val="4F81BD"/>
                      </a:solidFill>
                      <a:prstDash val="solid"/>
                    </a:lnT>
                    <a:lnB w="12240">
                      <a:solidFill>
                        <a:srgbClr val="4F81BD"/>
                      </a:solidFill>
                      <a:prstDash val="solid"/>
                    </a:lnB>
                    <a:solidFill>
                      <a:srgbClr val="4F81BD">
                        <a:alpha val="20000"/>
                      </a:srgbClr>
                    </a:solidFill>
                  </a:tcPr>
                </a:tc>
                <a:tc>
                  <a:txBody>
                    <a:bodyPr anchor="ctr">
                      <a:noAutofit/>
                    </a:bodyPr>
                    <a:p>
                      <a:pPr>
                        <a:lnSpc>
                          <a:spcPct val="100000"/>
                        </a:lnSpc>
                      </a:pPr>
                      <a:r>
                        <a:rPr lang="en-IN" sz="1400" b="0" u="none" strike="noStrike">
                          <a:solidFill>
                            <a:schemeClr val="dk1"/>
                          </a:solidFill>
                          <a:effectLst/>
                          <a:uFillTx/>
                          <a:latin typeface="Times New Roman"/>
                        </a:rPr>
                        <a:t>Requires large datasets and computational resources; chatbot accuracy depends on NLP training quality</a:t>
                      </a:r>
                      <a:endParaRPr lang="en-IN" sz="1400" b="0" u="none" strike="noStrike">
                        <a:solidFill>
                          <a:srgbClr val="FFFFFF"/>
                        </a:solidFill>
                        <a:effectLst/>
                        <a:uFillTx/>
                        <a:latin typeface="Arial"/>
                      </a:endParaRPr>
                    </a:p>
                  </a:txBody>
                  <a:tcPr anchor="ctr" marL="91440" marR="91440" marT="45720" marB="45720">
                    <a:lnL w="12240">
                      <a:solidFill>
                        <a:srgbClr val="4F81BD"/>
                      </a:solidFill>
                      <a:prstDash val="solid"/>
                    </a:lnL>
                    <a:lnR w="12240">
                      <a:solidFill>
                        <a:srgbClr val="4F81BD"/>
                      </a:solidFill>
                      <a:prstDash val="solid"/>
                    </a:lnR>
                    <a:lnT w="12240">
                      <a:solidFill>
                        <a:srgbClr val="4F81BD"/>
                      </a:solidFill>
                      <a:prstDash val="solid"/>
                    </a:lnT>
                    <a:lnB w="12240">
                      <a:solidFill>
                        <a:srgbClr val="4F81BD"/>
                      </a:solidFill>
                      <a:prstDash val="solid"/>
                    </a:lnB>
                    <a:solidFill>
                      <a:srgbClr val="4F81BD">
                        <a:alpha val="20000"/>
                      </a:srgbClr>
                    </a:solidFill>
                  </a:tcPr>
                </a:tc>
              </a:tr>
              <a:tr h="947520">
                <a:tc>
                  <a:txBody>
                    <a:bodyPr anchor="ctr">
                      <a:noAutofit/>
                    </a:bodyPr>
                    <a:p>
                      <a:pPr algn="ctr" defTabSz="914400">
                        <a:lnSpc>
                          <a:spcPct val="100000"/>
                        </a:lnSpc>
                        <a:tabLst>
                          <a:tab pos="0" algn="l"/>
                        </a:tabLst>
                      </a:pPr>
                      <a:r>
                        <a:rPr lang="en-US" sz="1400" b="0" u="none" strike="noStrike">
                          <a:solidFill>
                            <a:srgbClr val="000000"/>
                          </a:solidFill>
                          <a:effectLst/>
                          <a:uFillTx/>
                          <a:latin typeface="Times New Roman"/>
                        </a:rPr>
                        <a:t>4</a:t>
                      </a:r>
                      <a:endParaRPr lang="en-IN" sz="1400" b="0" u="none" strike="noStrike">
                        <a:solidFill>
                          <a:srgbClr val="000000"/>
                        </a:solidFill>
                        <a:effectLst/>
                        <a:uFillTx/>
                        <a:latin typeface="Arial"/>
                      </a:endParaRPr>
                    </a:p>
                  </a:txBody>
                  <a:tcPr anchor="ctr" marL="91440" marR="91440" marT="45720" marB="45720">
                    <a:lnL w="12240">
                      <a:solidFill>
                        <a:srgbClr val="4F81BD"/>
                      </a:solidFill>
                      <a:prstDash val="solid"/>
                    </a:lnL>
                    <a:lnR w="12240">
                      <a:solidFill>
                        <a:srgbClr val="4F81BD"/>
                      </a:solidFill>
                      <a:prstDash val="solid"/>
                    </a:lnR>
                    <a:lnT w="12240">
                      <a:solidFill>
                        <a:srgbClr val="4F81BD"/>
                      </a:solidFill>
                      <a:prstDash val="solid"/>
                    </a:lnT>
                    <a:lnB w="12240">
                      <a:solidFill>
                        <a:srgbClr val="4F81BD"/>
                      </a:solidFill>
                      <a:prstDash val="solid"/>
                    </a:lnB>
                    <a:noFill/>
                  </a:tcPr>
                </a:tc>
                <a:tc>
                  <a:txBody>
                    <a:bodyPr anchor="ctr">
                      <a:noAutofit/>
                    </a:bodyPr>
                    <a:p>
                      <a:pPr defTabSz="914400">
                        <a:lnSpc>
                          <a:spcPct val="100000"/>
                        </a:lnSpc>
                        <a:tabLst>
                          <a:tab pos="0" algn="l"/>
                        </a:tabLst>
                      </a:pPr>
                      <a:r>
                        <a:rPr lang="en-IN" sz="1400" b="0" u="none" spc="-6" strike="noStrike">
                          <a:solidFill>
                            <a:schemeClr val="dk1"/>
                          </a:solidFill>
                          <a:effectLst/>
                          <a:uFillTx/>
                          <a:latin typeface="Times New Roman"/>
                        </a:rPr>
                        <a:t>NeuroNet Diagnostics: Brain Tumour Detection and Segmentation using Deep Learning</a:t>
                      </a:r>
                      <a:endParaRPr lang="en-IN" sz="1400" b="0" u="none" strike="noStrike">
                        <a:solidFill>
                          <a:srgbClr val="000000"/>
                        </a:solidFill>
                        <a:effectLst/>
                        <a:uFillTx/>
                        <a:latin typeface="Arial"/>
                      </a:endParaRPr>
                    </a:p>
                    <a:p>
                      <a:pPr defTabSz="914400">
                        <a:lnSpc>
                          <a:spcPct val="100000"/>
                        </a:lnSpc>
                        <a:tabLst>
                          <a:tab pos="0" algn="l"/>
                        </a:tabLst>
                      </a:pPr>
                      <a:endParaRPr lang="en-IN" sz="1400" b="0" u="none" strike="noStrike">
                        <a:solidFill>
                          <a:srgbClr val="000000"/>
                        </a:solidFill>
                        <a:effectLst/>
                        <a:uFillTx/>
                        <a:latin typeface="Arial"/>
                      </a:endParaRPr>
                    </a:p>
                  </a:txBody>
                  <a:tcPr anchor="ctr" marL="91440" marR="91440" marT="45720" marB="45720">
                    <a:lnL w="12240">
                      <a:solidFill>
                        <a:srgbClr val="4F81BD"/>
                      </a:solidFill>
                      <a:prstDash val="solid"/>
                    </a:lnL>
                    <a:lnR w="12240">
                      <a:solidFill>
                        <a:srgbClr val="4F81BD"/>
                      </a:solidFill>
                      <a:prstDash val="solid"/>
                    </a:lnR>
                    <a:lnT w="12240">
                      <a:solidFill>
                        <a:srgbClr val="4F81BD"/>
                      </a:solidFill>
                      <a:prstDash val="solid"/>
                    </a:lnT>
                    <a:lnB w="12240">
                      <a:solidFill>
                        <a:srgbClr val="4F81BD"/>
                      </a:solidFill>
                      <a:prstDash val="solid"/>
                    </a:lnB>
                    <a:noFill/>
                  </a:tcPr>
                </a:tc>
                <a:tc>
                  <a:txBody>
                    <a:bodyPr anchor="ctr">
                      <a:noAutofit/>
                    </a:bodyPr>
                    <a:p>
                      <a:pPr algn="ctr" defTabSz="914400">
                        <a:lnSpc>
                          <a:spcPct val="100000"/>
                        </a:lnSpc>
                        <a:tabLst>
                          <a:tab pos="0" algn="l"/>
                        </a:tabLst>
                      </a:pPr>
                      <a:r>
                        <a:rPr lang="en-IN" sz="1400" b="0" u="none" strike="noStrike">
                          <a:solidFill>
                            <a:schemeClr val="dk1"/>
                          </a:solidFill>
                          <a:effectLst/>
                          <a:uFillTx/>
                          <a:latin typeface="Times New Roman"/>
                        </a:rPr>
                        <a:t>Anurag Singh, Akshika Agarwal, Kavyansh Srivastava, Dr. Rashmi Sharma</a:t>
                      </a:r>
                      <a:endParaRPr lang="en-IN" sz="1400" b="0" u="none" strike="noStrike">
                        <a:solidFill>
                          <a:srgbClr val="000000"/>
                        </a:solidFill>
                        <a:effectLst/>
                        <a:uFillTx/>
                        <a:latin typeface="Arial"/>
                      </a:endParaRPr>
                    </a:p>
                  </a:txBody>
                  <a:tcPr anchor="ctr" marL="91440" marR="91440" marT="45720" marB="45720">
                    <a:lnL w="12240">
                      <a:solidFill>
                        <a:srgbClr val="4F81BD"/>
                      </a:solidFill>
                      <a:prstDash val="solid"/>
                    </a:lnL>
                    <a:lnR w="12240">
                      <a:solidFill>
                        <a:srgbClr val="4F81BD"/>
                      </a:solidFill>
                      <a:prstDash val="solid"/>
                    </a:lnR>
                    <a:lnT w="12240">
                      <a:solidFill>
                        <a:srgbClr val="4F81BD"/>
                      </a:solidFill>
                      <a:prstDash val="solid"/>
                    </a:lnT>
                    <a:lnB w="12240">
                      <a:solidFill>
                        <a:srgbClr val="4F81BD"/>
                      </a:solidFill>
                      <a:prstDash val="solid"/>
                    </a:lnB>
                    <a:noFill/>
                  </a:tcPr>
                </a:tc>
                <a:tc>
                  <a:txBody>
                    <a:bodyPr anchor="ctr">
                      <a:noAutofit/>
                    </a:bodyPr>
                    <a:p>
                      <a:pPr defTabSz="914400">
                        <a:lnSpc>
                          <a:spcPct val="100000"/>
                        </a:lnSpc>
                        <a:tabLst>
                          <a:tab pos="0" algn="l"/>
                        </a:tabLst>
                      </a:pPr>
                      <a:r>
                        <a:rPr lang="en-IN" sz="1400" b="0" u="none" strike="noStrike">
                          <a:solidFill>
                            <a:schemeClr val="dk1"/>
                          </a:solidFill>
                          <a:effectLst/>
                          <a:uFillTx/>
                          <a:latin typeface="Times New Roman"/>
                        </a:rPr>
                        <a:t>IEEE, 2025</a:t>
                      </a:r>
                      <a:endParaRPr lang="en-IN" sz="1400" b="0" u="none" strike="noStrike">
                        <a:solidFill>
                          <a:srgbClr val="000000"/>
                        </a:solidFill>
                        <a:effectLst/>
                        <a:uFillTx/>
                        <a:latin typeface="Arial"/>
                      </a:endParaRPr>
                    </a:p>
                  </a:txBody>
                  <a:tcPr anchor="ctr" marL="91440" marR="91440" marT="45720" marB="45720">
                    <a:lnL w="12240">
                      <a:solidFill>
                        <a:srgbClr val="4F81BD"/>
                      </a:solidFill>
                      <a:prstDash val="solid"/>
                    </a:lnL>
                    <a:lnR w="12240">
                      <a:solidFill>
                        <a:srgbClr val="4F81BD"/>
                      </a:solidFill>
                      <a:prstDash val="solid"/>
                    </a:lnR>
                    <a:lnT w="12240">
                      <a:solidFill>
                        <a:srgbClr val="4F81BD"/>
                      </a:solidFill>
                      <a:prstDash val="solid"/>
                    </a:lnT>
                    <a:lnB w="12240">
                      <a:solidFill>
                        <a:srgbClr val="4F81BD"/>
                      </a:solidFill>
                      <a:prstDash val="solid"/>
                    </a:lnB>
                    <a:noFill/>
                  </a:tcPr>
                </a:tc>
                <a:tc>
                  <a:txBody>
                    <a:bodyPr anchor="ctr">
                      <a:noAutofit/>
                    </a:bodyPr>
                    <a:p>
                      <a:pPr defTabSz="914400">
                        <a:lnSpc>
                          <a:spcPct val="100000"/>
                        </a:lnSpc>
                        <a:tabLst>
                          <a:tab pos="0" algn="l"/>
                        </a:tabLst>
                      </a:pPr>
                      <a:r>
                        <a:rPr lang="en-IN" sz="1400" b="0" u="none" strike="noStrike">
                          <a:solidFill>
                            <a:srgbClr val="000000"/>
                          </a:solidFill>
                          <a:effectLst/>
                          <a:uFillTx/>
                          <a:latin typeface="Times New Roman"/>
                        </a:rPr>
                        <a:t>Uses VGG-19 based CNN with preprocessing (adaptive filtering, augmentation) for segmentation and classification; integrates treatment recommendation system</a:t>
                      </a:r>
                      <a:endParaRPr lang="en-IN" sz="1400" b="0" u="none" strike="noStrike">
                        <a:solidFill>
                          <a:srgbClr val="000000"/>
                        </a:solidFill>
                        <a:effectLst/>
                        <a:uFillTx/>
                        <a:latin typeface="Arial"/>
                      </a:endParaRPr>
                    </a:p>
                  </a:txBody>
                  <a:tcPr anchor="ctr" marL="91440" marR="91440" marT="45720" marB="45720">
                    <a:lnL w="12240">
                      <a:solidFill>
                        <a:srgbClr val="4F81BD"/>
                      </a:solidFill>
                      <a:prstDash val="solid"/>
                    </a:lnL>
                    <a:lnR w="12240">
                      <a:solidFill>
                        <a:srgbClr val="4F81BD"/>
                      </a:solidFill>
                      <a:prstDash val="solid"/>
                    </a:lnR>
                    <a:lnT w="12240">
                      <a:solidFill>
                        <a:srgbClr val="4F81BD"/>
                      </a:solidFill>
                      <a:prstDash val="solid"/>
                    </a:lnT>
                    <a:lnB w="12240">
                      <a:solidFill>
                        <a:srgbClr val="4F81BD"/>
                      </a:solidFill>
                      <a:prstDash val="solid"/>
                    </a:lnB>
                    <a:noFill/>
                  </a:tcPr>
                </a:tc>
                <a:tc>
                  <a:txBody>
                    <a:bodyPr anchor="ctr">
                      <a:noAutofit/>
                    </a:bodyPr>
                    <a:p>
                      <a:pPr defTabSz="914400">
                        <a:lnSpc>
                          <a:spcPct val="100000"/>
                        </a:lnSpc>
                        <a:tabLst>
                          <a:tab pos="0" algn="l"/>
                        </a:tabLst>
                      </a:pPr>
                      <a:r>
                        <a:rPr lang="en-IN" sz="1400" b="0" u="none" strike="noStrike">
                          <a:solidFill>
                            <a:srgbClr val="000000"/>
                          </a:solidFill>
                          <a:effectLst/>
                          <a:uFillTx/>
                          <a:latin typeface="Times New Roman"/>
                        </a:rPr>
                        <a:t>High computational cost; performance depends on dataset quality; limited scalability</a:t>
                      </a:r>
                      <a:endParaRPr lang="en-IN" sz="1400" b="0" u="none" strike="noStrike">
                        <a:solidFill>
                          <a:srgbClr val="000000"/>
                        </a:solidFill>
                        <a:effectLst/>
                        <a:uFillTx/>
                        <a:latin typeface="Arial"/>
                      </a:endParaRPr>
                    </a:p>
                  </a:txBody>
                  <a:tcPr anchor="ctr" marL="91440" marR="91440" marT="45720" marB="45720">
                    <a:lnL w="12240">
                      <a:solidFill>
                        <a:srgbClr val="4F81BD"/>
                      </a:solidFill>
                      <a:prstDash val="solid"/>
                    </a:lnL>
                    <a:lnR w="12240">
                      <a:solidFill>
                        <a:srgbClr val="4F81BD"/>
                      </a:solidFill>
                      <a:prstDash val="solid"/>
                    </a:lnR>
                    <a:lnT w="12240">
                      <a:solidFill>
                        <a:srgbClr val="4F81BD"/>
                      </a:solidFill>
                      <a:prstDash val="solid"/>
                    </a:lnT>
                    <a:lnB w="12240">
                      <a:solidFill>
                        <a:srgbClr val="4F81BD"/>
                      </a:solidFill>
                      <a:prstDash val="solid"/>
                    </a:lnB>
                    <a:noFill/>
                  </a:tcPr>
                </a:tc>
              </a:tr>
            </a:tbl>
          </a:graphicData>
        </a:graphic>
      </p:graphicFrame>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 name="PlaceHolder 1"/>
          <p:cNvSpPr>
            <a:spLocks noGrp="1"/>
          </p:cNvSpPr>
          <p:nvPr>
            <p:ph type="title"/>
          </p:nvPr>
        </p:nvSpPr>
        <p:spPr>
          <a:xfrm>
            <a:off x="1555200" y="188280"/>
            <a:ext cx="9358560" cy="713160"/>
          </a:xfrm>
          <a:prstGeom prst="rect">
            <a:avLst/>
          </a:prstGeom>
          <a:noFill/>
          <a:ln w="28440">
            <a:solidFill>
              <a:srgbClr val="2D528F"/>
            </a:solidFill>
            <a:round/>
          </a:ln>
        </p:spPr>
        <p:txBody>
          <a:bodyPr lIns="0" tIns="141480" rIns="0" bIns="0" anchor="t">
            <a:spAutoFit/>
          </a:bodyPr>
          <a:p>
            <a:pPr indent="0" algn="ctr">
              <a:lnSpc>
                <a:spcPct val="100000"/>
              </a:lnSpc>
              <a:spcBef>
                <a:spcPts val="1114"/>
              </a:spcBef>
              <a:buNone/>
              <a:tabLst>
                <a:tab pos="0" algn="l"/>
              </a:tabLst>
            </a:pPr>
            <a:r>
              <a:rPr lang="en-IN" sz="3600" b="1" u="none" strike="noStrike">
                <a:solidFill>
                  <a:srgbClr val="C00000"/>
                </a:solidFill>
                <a:effectLst/>
                <a:uFillTx/>
                <a:latin typeface="Times New Roman"/>
              </a:rPr>
              <a:t>LITERATURE</a:t>
            </a:r>
            <a:r>
              <a:rPr lang="en-IN" sz="3600" b="1" u="none" spc="-14" strike="noStrike">
                <a:solidFill>
                  <a:srgbClr val="C00000"/>
                </a:solidFill>
                <a:effectLst/>
                <a:uFillTx/>
                <a:latin typeface="Times New Roman"/>
              </a:rPr>
              <a:t> </a:t>
            </a:r>
            <a:r>
              <a:rPr lang="en-IN" sz="3600" b="1" u="none" spc="-11" strike="noStrike">
                <a:solidFill>
                  <a:srgbClr val="C00000"/>
                </a:solidFill>
                <a:effectLst/>
                <a:uFillTx/>
                <a:latin typeface="Times New Roman"/>
              </a:rPr>
              <a:t>SURVEY</a:t>
            </a:r>
            <a:endParaRPr lang="en-IN" sz="3600" b="0" u="none" strike="noStrike">
              <a:solidFill>
                <a:srgbClr val="000000"/>
              </a:solidFill>
              <a:effectLst/>
              <a:uFillTx/>
              <a:latin typeface="Calibri"/>
            </a:endParaRPr>
          </a:p>
        </p:txBody>
      </p:sp>
      <p:grpSp>
        <p:nvGrpSpPr>
          <p:cNvPr id="65" name="object 3"/>
          <p:cNvGrpSpPr/>
          <p:nvPr/>
        </p:nvGrpSpPr>
        <p:grpSpPr>
          <a:xfrm>
            <a:off x="101520" y="84240"/>
            <a:ext cx="11941560" cy="6641280"/>
            <a:chOff x="101520" y="84240"/>
            <a:chExt cx="11941560" cy="6641280"/>
          </a:xfrm>
        </p:grpSpPr>
        <p:sp>
          <p:nvSpPr>
            <p:cNvPr id="66" name="object 4"/>
            <p:cNvSpPr/>
            <p:nvPr/>
          </p:nvSpPr>
          <p:spPr>
            <a:xfrm>
              <a:off x="101520" y="84240"/>
              <a:ext cx="11941560" cy="6641280"/>
            </a:xfrm>
            <a:custGeom>
              <a:avLst/>
              <a:gdLst>
                <a:gd name="textAreaLeft" fmla="*/ 0 w 11941560"/>
                <a:gd name="textAreaRight" fmla="*/ 11942280 w 11941560"/>
                <a:gd name="textAreaTop" fmla="*/ 0 h 6641280"/>
                <a:gd name="textAreaBottom" fmla="*/ 6642000 h 6641280"/>
              </a:gdLst>
              <a:ahLst/>
              <a:cxnLst/>
              <a:rect l="textAreaLeft" t="textAreaTop" r="textAreaRight" b="textAreaBottom"/>
              <a:pathLst>
                <a:path w="11942445" h="6642100">
                  <a:moveTo>
                    <a:pt x="0" y="6642100"/>
                  </a:moveTo>
                  <a:lnTo>
                    <a:pt x="11942064" y="6642100"/>
                  </a:lnTo>
                  <a:lnTo>
                    <a:pt x="11942064" y="0"/>
                  </a:lnTo>
                  <a:lnTo>
                    <a:pt x="0" y="0"/>
                  </a:lnTo>
                  <a:lnTo>
                    <a:pt x="0" y="6642100"/>
                  </a:lnTo>
                  <a:close/>
                </a:path>
              </a:pathLst>
            </a:custGeom>
            <a:noFill/>
            <a:ln w="28575">
              <a:solidFill>
                <a:srgbClr val="2D528F"/>
              </a:solidFill>
              <a:round/>
            </a:ln>
          </p:spPr>
          <p:style>
            <a:lnRef idx="0"/>
            <a:fillRef idx="0"/>
            <a:effectRef idx="0"/>
            <a:fontRef idx="minor"/>
          </p:style>
          <p:txBody>
            <a:bodyPr lIns="0" tIns="0" rIns="0" bIns="0" anchor="t">
              <a:noAutofit/>
            </a:bodyPr>
            <a:p>
              <a:endParaRPr lang="en-IN" sz="1800" b="0" u="none" strike="noStrike">
                <a:solidFill>
                  <a:srgbClr val="000000"/>
                </a:solidFill>
                <a:effectLst/>
                <a:uFillTx/>
                <a:latin typeface="Arial"/>
              </a:endParaRPr>
            </a:p>
          </p:txBody>
        </p:sp>
        <p:pic>
          <p:nvPicPr>
            <p:cNvPr id="67" name="object 5"/>
            <p:cNvPicPr/>
            <p:nvPr/>
          </p:nvPicPr>
          <p:blipFill>
            <a:blip r:embed="rId1"/>
            <a:stretch/>
          </p:blipFill>
          <p:spPr>
            <a:xfrm>
              <a:off x="385920" y="180720"/>
              <a:ext cx="744120" cy="863640"/>
            </a:xfrm>
            <a:prstGeom prst="rect">
              <a:avLst/>
            </a:prstGeom>
            <a:noFill/>
            <a:ln w="0">
              <a:noFill/>
            </a:ln>
          </p:spPr>
        </p:pic>
      </p:grpSp>
      <p:sp>
        <p:nvSpPr>
          <p:cNvPr id="68" name="PlaceHolder 2"/>
          <p:cNvSpPr>
            <a:spLocks noGrp="1"/>
          </p:cNvSpPr>
          <p:nvPr>
            <p:ph type="sldNum" idx="22"/>
          </p:nvPr>
        </p:nvSpPr>
        <p:spPr>
          <a:xfrm>
            <a:off x="11436120" y="6359760"/>
            <a:ext cx="537840" cy="352080"/>
          </a:xfrm>
          <a:prstGeom prst="rect">
            <a:avLst/>
          </a:prstGeom>
          <a:noFill/>
          <a:ln w="0">
            <a:noFill/>
          </a:ln>
        </p:spPr>
        <p:txBody>
          <a:bodyPr lIns="0" tIns="73800" rIns="0" bIns="0" anchor="t">
            <a:spAutoFit/>
          </a:bodyPr>
          <a:lstStyle>
            <a:lvl1pPr marL="298440" indent="0" algn="l">
              <a:lnSpc>
                <a:spcPct val="100000"/>
              </a:lnSpc>
              <a:spcBef>
                <a:spcPts val="11"/>
              </a:spcBef>
              <a:buNone/>
              <a:tabLst>
                <a:tab pos="0" algn="l"/>
              </a:tabLst>
              <a:defRPr lang="en-US" sz="1800" b="1" u="none" spc="-51" strike="noStrike">
                <a:solidFill>
                  <a:srgbClr val="2D5395"/>
                </a:solidFill>
                <a:effectLst/>
                <a:uFillTx/>
                <a:latin typeface="Cambria"/>
              </a:defRPr>
            </a:lvl1pPr>
          </a:lstStyle>
          <a:p>
            <a:pPr marL="298440" indent="0" algn="l">
              <a:lnSpc>
                <a:spcPct val="100000"/>
              </a:lnSpc>
              <a:spcBef>
                <a:spcPts val="11"/>
              </a:spcBef>
              <a:buNone/>
              <a:tabLst>
                <a:tab pos="0" algn="l"/>
              </a:tabLst>
            </a:pPr>
            <a:r>
              <a:rPr lang="en-US" sz="1800" b="1" u="none" spc="-51" strike="noStrike">
                <a:solidFill>
                  <a:srgbClr val="2D5395"/>
                </a:solidFill>
                <a:effectLst/>
                <a:uFillTx/>
                <a:latin typeface="Cambria"/>
              </a:rPr>
              <a:t>5</a:t>
            </a:r>
            <a:endParaRPr lang="en-IN" sz="1800" b="0" u="none" strike="noStrike">
              <a:solidFill>
                <a:srgbClr val="000000"/>
              </a:solidFill>
              <a:effectLst/>
              <a:uFillTx/>
              <a:latin typeface="Times New Roman"/>
            </a:endParaRPr>
          </a:p>
        </p:txBody>
      </p:sp>
      <p:graphicFrame>
        <p:nvGraphicFramePr>
          <p:cNvPr id="69" name="Table 5"/>
          <p:cNvGraphicFramePr/>
          <p:nvPr/>
        </p:nvGraphicFramePr>
        <p:xfrm>
          <a:off x="352080" y="1195560"/>
          <a:ext cx="11441160" cy="3312720"/>
        </p:xfrm>
        <a:graphic>
          <a:graphicData uri="http://schemas.openxmlformats.org/drawingml/2006/table">
            <a:tbl>
              <a:tblPr/>
              <a:tblGrid>
                <a:gridCol w="1906920"/>
                <a:gridCol w="1906920"/>
                <a:gridCol w="1906920"/>
                <a:gridCol w="1906920"/>
                <a:gridCol w="1906920"/>
                <a:gridCol w="1906920"/>
              </a:tblGrid>
              <a:tr h="1465920">
                <a:tc>
                  <a:txBody>
                    <a:bodyPr anchor="ctr">
                      <a:noAutofit/>
                    </a:bodyPr>
                    <a:p>
                      <a:pPr algn="ctr" defTabSz="914400">
                        <a:lnSpc>
                          <a:spcPct val="100000"/>
                        </a:lnSpc>
                        <a:tabLst>
                          <a:tab pos="0" algn="l"/>
                        </a:tabLst>
                      </a:pPr>
                      <a:r>
                        <a:rPr lang="en-IN" sz="1800" b="1" u="none" spc="-20" strike="noStrike">
                          <a:solidFill>
                            <a:srgbClr val="4F81BD"/>
                          </a:solidFill>
                          <a:effectLst/>
                          <a:uFillTx/>
                          <a:latin typeface="Times New Roman"/>
                        </a:rPr>
                        <a:t>Sl. no</a:t>
                      </a:r>
                      <a:endParaRPr lang="en-IN" sz="1800" b="0" u="none" strike="noStrike">
                        <a:solidFill>
                          <a:srgbClr val="000000"/>
                        </a:solidFill>
                        <a:effectLst/>
                        <a:uFillTx/>
                        <a:latin typeface="Arial"/>
                      </a:endParaRPr>
                    </a:p>
                    <a:p>
                      <a:pPr defTabSz="914400">
                        <a:lnSpc>
                          <a:spcPct val="100000"/>
                        </a:lnSpc>
                        <a:tabLst>
                          <a:tab pos="0" algn="l"/>
                        </a:tabLst>
                      </a:pPr>
                      <a:endParaRPr lang="en-IN" sz="1800" b="0" u="none" strike="noStrike">
                        <a:solidFill>
                          <a:srgbClr val="000000"/>
                        </a:solidFill>
                        <a:effectLst/>
                        <a:uFillTx/>
                        <a:latin typeface="Arial"/>
                      </a:endParaRPr>
                    </a:p>
                  </a:txBody>
                  <a:tcPr anchor="ctr" marL="91440" marR="91440" marT="45720" marB="45720">
                    <a:lnL w="12240">
                      <a:solidFill>
                        <a:srgbClr val="4F81BD"/>
                      </a:solidFill>
                      <a:prstDash val="solid"/>
                    </a:lnL>
                    <a:lnR w="12240">
                      <a:solidFill>
                        <a:srgbClr val="4F81BD"/>
                      </a:solidFill>
                      <a:prstDash val="solid"/>
                    </a:lnR>
                    <a:lnT w="12240">
                      <a:solidFill>
                        <a:srgbClr val="4F81BD"/>
                      </a:solidFill>
                      <a:prstDash val="solid"/>
                    </a:lnT>
                    <a:lnB w="12240">
                      <a:solidFill>
                        <a:srgbClr val="4F81BD"/>
                      </a:solidFill>
                      <a:prstDash val="solid"/>
                    </a:lnB>
                    <a:noFill/>
                  </a:tcPr>
                </a:tc>
                <a:tc>
                  <a:txBody>
                    <a:bodyPr anchor="ctr">
                      <a:noAutofit/>
                    </a:bodyPr>
                    <a:p>
                      <a:pPr algn="ctr" defTabSz="914400">
                        <a:lnSpc>
                          <a:spcPct val="100000"/>
                        </a:lnSpc>
                        <a:tabLst>
                          <a:tab pos="0" algn="l"/>
                        </a:tabLst>
                      </a:pPr>
                      <a:r>
                        <a:rPr lang="en-IN" sz="1800" b="1" u="none" strike="noStrike">
                          <a:solidFill>
                            <a:srgbClr val="4F81BD"/>
                          </a:solidFill>
                          <a:effectLst/>
                          <a:uFillTx/>
                          <a:latin typeface="Times New Roman"/>
                        </a:rPr>
                        <a:t>Title</a:t>
                      </a:r>
                      <a:r>
                        <a:rPr lang="en-IN" sz="1800" b="1" u="none" spc="-45" strike="noStrike">
                          <a:solidFill>
                            <a:srgbClr val="4F81BD"/>
                          </a:solidFill>
                          <a:effectLst/>
                          <a:uFillTx/>
                          <a:latin typeface="Times New Roman"/>
                        </a:rPr>
                        <a:t> </a:t>
                      </a:r>
                      <a:r>
                        <a:rPr lang="en-IN" sz="1800" b="1" u="none" strike="noStrike">
                          <a:solidFill>
                            <a:srgbClr val="4F81BD"/>
                          </a:solidFill>
                          <a:effectLst/>
                          <a:uFillTx/>
                          <a:latin typeface="Times New Roman"/>
                        </a:rPr>
                        <a:t>of</a:t>
                      </a:r>
                      <a:r>
                        <a:rPr lang="en-IN" sz="1800" b="1" u="none" spc="-6" strike="noStrike">
                          <a:solidFill>
                            <a:srgbClr val="4F81BD"/>
                          </a:solidFill>
                          <a:effectLst/>
                          <a:uFillTx/>
                          <a:latin typeface="Times New Roman"/>
                        </a:rPr>
                        <a:t> </a:t>
                      </a:r>
                      <a:r>
                        <a:rPr lang="en-IN" sz="1800" b="1" u="none" spc="-26" strike="noStrike">
                          <a:solidFill>
                            <a:srgbClr val="4F81BD"/>
                          </a:solidFill>
                          <a:effectLst/>
                          <a:uFillTx/>
                          <a:latin typeface="Times New Roman"/>
                        </a:rPr>
                        <a:t>the </a:t>
                      </a:r>
                      <a:r>
                        <a:rPr lang="en-IN" sz="1800" b="1" u="none" spc="-11" strike="noStrike">
                          <a:solidFill>
                            <a:srgbClr val="4F81BD"/>
                          </a:solidFill>
                          <a:effectLst/>
                          <a:uFillTx/>
                          <a:latin typeface="Times New Roman"/>
                        </a:rPr>
                        <a:t>paper</a:t>
                      </a:r>
                      <a:endParaRPr lang="en-IN" sz="1800" b="0" u="none" strike="noStrike">
                        <a:solidFill>
                          <a:srgbClr val="000000"/>
                        </a:solidFill>
                        <a:effectLst/>
                        <a:uFillTx/>
                        <a:latin typeface="Arial"/>
                      </a:endParaRPr>
                    </a:p>
                    <a:p>
                      <a:pPr defTabSz="914400">
                        <a:lnSpc>
                          <a:spcPct val="100000"/>
                        </a:lnSpc>
                        <a:tabLst>
                          <a:tab pos="0" algn="l"/>
                        </a:tabLst>
                      </a:pPr>
                      <a:endParaRPr lang="en-IN" sz="1800" b="0" u="none" strike="noStrike">
                        <a:solidFill>
                          <a:srgbClr val="000000"/>
                        </a:solidFill>
                        <a:effectLst/>
                        <a:uFillTx/>
                        <a:latin typeface="Arial"/>
                      </a:endParaRPr>
                    </a:p>
                  </a:txBody>
                  <a:tcPr anchor="ctr" marL="91440" marR="91440" marT="45720" marB="45720">
                    <a:lnL w="12240">
                      <a:solidFill>
                        <a:srgbClr val="4F81BD"/>
                      </a:solidFill>
                      <a:prstDash val="solid"/>
                    </a:lnL>
                    <a:lnR w="12240">
                      <a:solidFill>
                        <a:srgbClr val="4F81BD"/>
                      </a:solidFill>
                      <a:prstDash val="solid"/>
                    </a:lnR>
                    <a:lnT w="12240">
                      <a:solidFill>
                        <a:srgbClr val="4F81BD"/>
                      </a:solidFill>
                      <a:prstDash val="solid"/>
                    </a:lnT>
                    <a:lnB w="12240">
                      <a:solidFill>
                        <a:srgbClr val="4F81BD"/>
                      </a:solidFill>
                      <a:prstDash val="solid"/>
                    </a:lnB>
                    <a:noFill/>
                  </a:tcPr>
                </a:tc>
                <a:tc>
                  <a:txBody>
                    <a:bodyPr anchor="ctr">
                      <a:noAutofit/>
                    </a:bodyPr>
                    <a:p>
                      <a:pPr algn="ctr" defTabSz="914400">
                        <a:lnSpc>
                          <a:spcPct val="100000"/>
                        </a:lnSpc>
                        <a:tabLst>
                          <a:tab pos="0" algn="l"/>
                        </a:tabLst>
                      </a:pPr>
                      <a:r>
                        <a:rPr lang="en-IN" sz="1800" b="1" u="none" spc="-11" strike="noStrike">
                          <a:solidFill>
                            <a:srgbClr val="4F81BD"/>
                          </a:solidFill>
                          <a:effectLst/>
                          <a:uFillTx/>
                          <a:latin typeface="Times New Roman"/>
                        </a:rPr>
                        <a:t>Author</a:t>
                      </a:r>
                      <a:endParaRPr lang="en-IN" sz="1800" b="0" u="none" strike="noStrike">
                        <a:solidFill>
                          <a:srgbClr val="000000"/>
                        </a:solidFill>
                        <a:effectLst/>
                        <a:uFillTx/>
                        <a:latin typeface="Arial"/>
                      </a:endParaRPr>
                    </a:p>
                    <a:p>
                      <a:pPr defTabSz="914400">
                        <a:lnSpc>
                          <a:spcPct val="100000"/>
                        </a:lnSpc>
                        <a:tabLst>
                          <a:tab pos="0" algn="l"/>
                        </a:tabLst>
                      </a:pPr>
                      <a:endParaRPr lang="en-IN" sz="1800" b="0" u="none" strike="noStrike">
                        <a:solidFill>
                          <a:srgbClr val="000000"/>
                        </a:solidFill>
                        <a:effectLst/>
                        <a:uFillTx/>
                        <a:latin typeface="Arial"/>
                      </a:endParaRPr>
                    </a:p>
                  </a:txBody>
                  <a:tcPr anchor="ctr" marL="91440" marR="91440" marT="45720" marB="45720">
                    <a:lnL w="12240">
                      <a:solidFill>
                        <a:srgbClr val="4F81BD"/>
                      </a:solidFill>
                      <a:prstDash val="solid"/>
                    </a:lnL>
                    <a:lnR w="12240">
                      <a:solidFill>
                        <a:srgbClr val="4F81BD"/>
                      </a:solidFill>
                      <a:prstDash val="solid"/>
                    </a:lnR>
                    <a:lnT w="12240">
                      <a:solidFill>
                        <a:srgbClr val="4F81BD"/>
                      </a:solidFill>
                      <a:prstDash val="solid"/>
                    </a:lnT>
                    <a:lnB w="12240">
                      <a:solidFill>
                        <a:srgbClr val="4F81BD"/>
                      </a:solidFill>
                      <a:prstDash val="solid"/>
                    </a:lnB>
                    <a:noFill/>
                  </a:tcPr>
                </a:tc>
                <a:tc>
                  <a:txBody>
                    <a:bodyPr anchor="ctr">
                      <a:noAutofit/>
                    </a:bodyPr>
                    <a:p>
                      <a:pPr algn="ctr" defTabSz="914400">
                        <a:lnSpc>
                          <a:spcPct val="100000"/>
                        </a:lnSpc>
                        <a:tabLst>
                          <a:tab pos="0" algn="l"/>
                        </a:tabLst>
                      </a:pPr>
                      <a:r>
                        <a:rPr lang="en-US" sz="1800" b="1" u="none" spc="-11" strike="noStrike">
                          <a:solidFill>
                            <a:srgbClr val="4F81BD"/>
                          </a:solidFill>
                          <a:effectLst/>
                          <a:uFillTx/>
                          <a:latin typeface="Times New Roman"/>
                        </a:rPr>
                        <a:t>Name of the Journal and Publication </a:t>
                      </a:r>
                      <a:r>
                        <a:rPr lang="en-US" sz="1800" b="1" u="none" strike="noStrike">
                          <a:solidFill>
                            <a:srgbClr val="4F81BD"/>
                          </a:solidFill>
                          <a:effectLst/>
                          <a:uFillTx/>
                          <a:latin typeface="Times New Roman"/>
                        </a:rPr>
                        <a:t>Year</a:t>
                      </a:r>
                      <a:endParaRPr lang="en-IN" sz="1800" b="0" u="none" strike="noStrike">
                        <a:solidFill>
                          <a:srgbClr val="000000"/>
                        </a:solidFill>
                        <a:effectLst/>
                        <a:uFillTx/>
                        <a:latin typeface="Arial"/>
                      </a:endParaRPr>
                    </a:p>
                  </a:txBody>
                  <a:tcPr anchor="ctr" marL="91440" marR="91440" marT="45720" marB="45720">
                    <a:lnL w="12240">
                      <a:solidFill>
                        <a:srgbClr val="4F81BD"/>
                      </a:solidFill>
                      <a:prstDash val="solid"/>
                    </a:lnL>
                    <a:lnR w="12240">
                      <a:solidFill>
                        <a:srgbClr val="4F81BD"/>
                      </a:solidFill>
                      <a:prstDash val="solid"/>
                    </a:lnR>
                    <a:lnT w="12240">
                      <a:solidFill>
                        <a:srgbClr val="4F81BD"/>
                      </a:solidFill>
                      <a:prstDash val="solid"/>
                    </a:lnT>
                    <a:lnB w="12240">
                      <a:solidFill>
                        <a:srgbClr val="4F81BD"/>
                      </a:solidFill>
                      <a:prstDash val="solid"/>
                    </a:lnB>
                    <a:noFill/>
                  </a:tcPr>
                </a:tc>
                <a:tc>
                  <a:txBody>
                    <a:bodyPr anchor="ctr">
                      <a:noAutofit/>
                    </a:bodyPr>
                    <a:p>
                      <a:pPr algn="ctr" defTabSz="914400">
                        <a:lnSpc>
                          <a:spcPct val="100000"/>
                        </a:lnSpc>
                        <a:tabLst>
                          <a:tab pos="0" algn="l"/>
                        </a:tabLst>
                      </a:pPr>
                      <a:r>
                        <a:rPr lang="en-IN" sz="1800" b="1" u="none" spc="-11" strike="noStrike">
                          <a:solidFill>
                            <a:srgbClr val="4F81BD"/>
                          </a:solidFill>
                          <a:effectLst/>
                          <a:uFillTx/>
                          <a:latin typeface="Times New Roman"/>
                        </a:rPr>
                        <a:t>Methodology</a:t>
                      </a:r>
                      <a:endParaRPr lang="en-IN" sz="1800" b="0" u="none" strike="noStrike">
                        <a:solidFill>
                          <a:srgbClr val="000000"/>
                        </a:solidFill>
                        <a:effectLst/>
                        <a:uFillTx/>
                        <a:latin typeface="Arial"/>
                      </a:endParaRPr>
                    </a:p>
                    <a:p>
                      <a:pPr defTabSz="914400">
                        <a:lnSpc>
                          <a:spcPct val="100000"/>
                        </a:lnSpc>
                        <a:tabLst>
                          <a:tab pos="0" algn="l"/>
                        </a:tabLst>
                      </a:pPr>
                      <a:endParaRPr lang="en-IN" sz="1800" b="0" u="none" strike="noStrike">
                        <a:solidFill>
                          <a:srgbClr val="000000"/>
                        </a:solidFill>
                        <a:effectLst/>
                        <a:uFillTx/>
                        <a:latin typeface="Arial"/>
                      </a:endParaRPr>
                    </a:p>
                  </a:txBody>
                  <a:tcPr anchor="ctr" marL="91440" marR="91440" marT="45720" marB="45720">
                    <a:lnL w="12240">
                      <a:solidFill>
                        <a:srgbClr val="4F81BD"/>
                      </a:solidFill>
                      <a:prstDash val="solid"/>
                    </a:lnL>
                    <a:lnR w="12240">
                      <a:solidFill>
                        <a:srgbClr val="4F81BD"/>
                      </a:solidFill>
                      <a:prstDash val="solid"/>
                    </a:lnR>
                    <a:lnT w="12240">
                      <a:solidFill>
                        <a:srgbClr val="4F81BD"/>
                      </a:solidFill>
                      <a:prstDash val="solid"/>
                    </a:lnT>
                    <a:lnB w="12240">
                      <a:solidFill>
                        <a:srgbClr val="4F81BD"/>
                      </a:solidFill>
                      <a:prstDash val="solid"/>
                    </a:lnB>
                    <a:noFill/>
                  </a:tcPr>
                </a:tc>
                <a:tc>
                  <a:txBody>
                    <a:bodyPr anchor="ctr">
                      <a:noAutofit/>
                    </a:bodyPr>
                    <a:p>
                      <a:pPr algn="ctr" defTabSz="914400">
                        <a:lnSpc>
                          <a:spcPct val="100000"/>
                        </a:lnSpc>
                        <a:tabLst>
                          <a:tab pos="0" algn="l"/>
                        </a:tabLst>
                      </a:pPr>
                      <a:r>
                        <a:rPr lang="en-US" sz="1800" b="1" u="none" spc="-11" strike="noStrike">
                          <a:solidFill>
                            <a:srgbClr val="4F81BD"/>
                          </a:solidFill>
                          <a:effectLst/>
                          <a:uFillTx/>
                          <a:latin typeface="Times New Roman"/>
                        </a:rPr>
                        <a:t>Drawback</a:t>
                      </a:r>
                      <a:endParaRPr lang="en-IN" sz="1800" b="0" u="none" strike="noStrike">
                        <a:solidFill>
                          <a:srgbClr val="000000"/>
                        </a:solidFill>
                        <a:effectLst/>
                        <a:uFillTx/>
                        <a:latin typeface="Arial"/>
                      </a:endParaRPr>
                    </a:p>
                    <a:p>
                      <a:pPr defTabSz="914400">
                        <a:lnSpc>
                          <a:spcPct val="100000"/>
                        </a:lnSpc>
                        <a:tabLst>
                          <a:tab pos="0" algn="l"/>
                        </a:tabLst>
                      </a:pPr>
                      <a:endParaRPr lang="en-IN" sz="1800" b="0" u="none" strike="noStrike">
                        <a:solidFill>
                          <a:srgbClr val="000000"/>
                        </a:solidFill>
                        <a:effectLst/>
                        <a:uFillTx/>
                        <a:latin typeface="Arial"/>
                      </a:endParaRPr>
                    </a:p>
                  </a:txBody>
                  <a:tcPr anchor="ctr" marL="91440" marR="91440" marT="45720" marB="45720">
                    <a:lnL w="12240">
                      <a:solidFill>
                        <a:srgbClr val="4F81BD"/>
                      </a:solidFill>
                      <a:prstDash val="solid"/>
                    </a:lnL>
                    <a:lnR w="12240">
                      <a:solidFill>
                        <a:srgbClr val="4F81BD"/>
                      </a:solidFill>
                      <a:prstDash val="solid"/>
                    </a:lnR>
                    <a:lnT w="12240">
                      <a:solidFill>
                        <a:srgbClr val="4F81BD"/>
                      </a:solidFill>
                      <a:prstDash val="solid"/>
                    </a:lnT>
                    <a:lnB w="12240">
                      <a:solidFill>
                        <a:srgbClr val="4F81BD"/>
                      </a:solidFill>
                      <a:prstDash val="solid"/>
                    </a:lnB>
                    <a:noFill/>
                  </a:tcPr>
                </a:tc>
              </a:tr>
              <a:tr h="1846800">
                <a:tc>
                  <a:txBody>
                    <a:bodyPr anchor="ctr">
                      <a:noAutofit/>
                    </a:bodyPr>
                    <a:p>
                      <a:pPr algn="ctr">
                        <a:lnSpc>
                          <a:spcPct val="100000"/>
                        </a:lnSpc>
                      </a:pPr>
                      <a:r>
                        <a:rPr lang="en-US" sz="1600" b="0" u="none" strike="noStrike">
                          <a:solidFill>
                            <a:srgbClr val="000000"/>
                          </a:solidFill>
                          <a:effectLst/>
                          <a:uFillTx/>
                          <a:latin typeface="Times New Roman"/>
                        </a:rPr>
                        <a:t>5</a:t>
                      </a:r>
                      <a:endParaRPr lang="en-IN" sz="1600" b="0" u="none" strike="noStrike">
                        <a:solidFill>
                          <a:srgbClr val="FFFFFF"/>
                        </a:solidFill>
                        <a:effectLst/>
                        <a:uFillTx/>
                        <a:latin typeface="Arial"/>
                      </a:endParaRPr>
                    </a:p>
                    <a:p>
                      <a:pPr algn="ctr">
                        <a:lnSpc>
                          <a:spcPct val="100000"/>
                        </a:lnSpc>
                      </a:pPr>
                      <a:endParaRPr lang="en-IN" sz="1600" b="0" u="none" strike="noStrike">
                        <a:solidFill>
                          <a:srgbClr val="FFFFFF"/>
                        </a:solidFill>
                        <a:effectLst/>
                        <a:uFillTx/>
                        <a:latin typeface="Arial"/>
                      </a:endParaRPr>
                    </a:p>
                  </a:txBody>
                  <a:tcPr anchor="ctr" marL="91440" marR="91440" marT="45720" marB="45720">
                    <a:lnL w="12240">
                      <a:solidFill>
                        <a:srgbClr val="4F81BD"/>
                      </a:solidFill>
                      <a:prstDash val="solid"/>
                    </a:lnL>
                    <a:lnR w="12240">
                      <a:solidFill>
                        <a:srgbClr val="4F81BD"/>
                      </a:solidFill>
                      <a:prstDash val="solid"/>
                    </a:lnR>
                    <a:lnT w="12240">
                      <a:solidFill>
                        <a:srgbClr val="4F81BD"/>
                      </a:solidFill>
                      <a:prstDash val="solid"/>
                    </a:lnT>
                    <a:lnB w="12240">
                      <a:solidFill>
                        <a:srgbClr val="4F81BD"/>
                      </a:solidFill>
                      <a:prstDash val="solid"/>
                    </a:lnB>
                    <a:solidFill>
                      <a:srgbClr val="4F81BD">
                        <a:alpha val="20000"/>
                      </a:srgbClr>
                    </a:solidFill>
                  </a:tcPr>
                </a:tc>
                <a:tc>
                  <a:txBody>
                    <a:bodyPr anchor="ctr">
                      <a:noAutofit/>
                    </a:bodyPr>
                    <a:p>
                      <a:pPr>
                        <a:lnSpc>
                          <a:spcPct val="100000"/>
                        </a:lnSpc>
                      </a:pPr>
                      <a:r>
                        <a:rPr lang="en-US" sz="1600" b="0" u="none" strike="noStrike">
                          <a:solidFill>
                            <a:srgbClr val="000000"/>
                          </a:solidFill>
                          <a:effectLst/>
                          <a:uFillTx/>
                          <a:latin typeface="Times New Roman"/>
                        </a:rPr>
                        <a:t>Detection of Brain Tumour from MRI Images using Novel Deep CNN</a:t>
                      </a:r>
                      <a:endParaRPr lang="en-IN" sz="1600" b="0" u="none" strike="noStrike">
                        <a:solidFill>
                          <a:srgbClr val="FFFFFF"/>
                        </a:solidFill>
                        <a:effectLst/>
                        <a:uFillTx/>
                        <a:latin typeface="Arial"/>
                      </a:endParaRPr>
                    </a:p>
                  </a:txBody>
                  <a:tcPr anchor="ctr" marL="91440" marR="91440" marT="45720" marB="45720">
                    <a:lnL w="12240">
                      <a:solidFill>
                        <a:srgbClr val="4F81BD"/>
                      </a:solidFill>
                      <a:prstDash val="solid"/>
                    </a:lnL>
                    <a:lnR w="12240">
                      <a:solidFill>
                        <a:srgbClr val="4F81BD"/>
                      </a:solidFill>
                      <a:prstDash val="solid"/>
                    </a:lnR>
                    <a:lnT w="12240">
                      <a:solidFill>
                        <a:srgbClr val="4F81BD"/>
                      </a:solidFill>
                      <a:prstDash val="solid"/>
                    </a:lnT>
                    <a:lnB w="12240">
                      <a:solidFill>
                        <a:srgbClr val="4F81BD"/>
                      </a:solidFill>
                      <a:prstDash val="solid"/>
                    </a:lnB>
                    <a:solidFill>
                      <a:srgbClr val="4F81BD">
                        <a:alpha val="20000"/>
                      </a:srgbClr>
                    </a:solidFill>
                  </a:tcPr>
                </a:tc>
                <a:tc>
                  <a:txBody>
                    <a:bodyPr anchor="ctr">
                      <a:noAutofit/>
                    </a:bodyPr>
                    <a:p>
                      <a:pPr>
                        <a:lnSpc>
                          <a:spcPct val="100000"/>
                        </a:lnSpc>
                      </a:pPr>
                      <a:r>
                        <a:rPr lang="en-US" sz="1600" b="0" u="none" strike="noStrike">
                          <a:solidFill>
                            <a:schemeClr val="dk1"/>
                          </a:solidFill>
                          <a:effectLst/>
                          <a:uFillTx/>
                          <a:latin typeface="Times New Roman"/>
                        </a:rPr>
                        <a:t>Mohebbanaaz, P. Deepthi Jordhana, G Vamsi Krishna </a:t>
                      </a:r>
                      <a:endParaRPr lang="en-IN" sz="1600" b="0" u="none" strike="noStrike">
                        <a:solidFill>
                          <a:srgbClr val="FFFFFF"/>
                        </a:solidFill>
                        <a:effectLst/>
                        <a:uFillTx/>
                        <a:latin typeface="Arial"/>
                      </a:endParaRPr>
                    </a:p>
                  </a:txBody>
                  <a:tcPr anchor="ctr" marL="91440" marR="91440" marT="45720" marB="45720">
                    <a:lnL w="12240">
                      <a:solidFill>
                        <a:srgbClr val="4F81BD"/>
                      </a:solidFill>
                      <a:prstDash val="solid"/>
                    </a:lnL>
                    <a:lnR w="12240">
                      <a:solidFill>
                        <a:srgbClr val="4F81BD"/>
                      </a:solidFill>
                      <a:prstDash val="solid"/>
                    </a:lnR>
                    <a:lnT w="12240">
                      <a:solidFill>
                        <a:srgbClr val="4F81BD"/>
                      </a:solidFill>
                      <a:prstDash val="solid"/>
                    </a:lnT>
                    <a:lnB w="12240">
                      <a:solidFill>
                        <a:srgbClr val="4F81BD"/>
                      </a:solidFill>
                      <a:prstDash val="solid"/>
                    </a:lnB>
                    <a:solidFill>
                      <a:srgbClr val="4F81BD">
                        <a:alpha val="20000"/>
                      </a:srgbClr>
                    </a:solidFill>
                  </a:tcPr>
                </a:tc>
                <a:tc>
                  <a:txBody>
                    <a:bodyPr anchor="ctr">
                      <a:noAutofit/>
                    </a:bodyPr>
                    <a:p>
                      <a:pPr>
                        <a:lnSpc>
                          <a:spcPct val="100000"/>
                        </a:lnSpc>
                      </a:pPr>
                      <a:r>
                        <a:rPr lang="en-US" sz="1600" b="0" u="none" strike="noStrike">
                          <a:solidFill>
                            <a:srgbClr val="000000"/>
                          </a:solidFill>
                          <a:effectLst/>
                          <a:uFillTx/>
                          <a:latin typeface="Times New Roman"/>
                        </a:rPr>
                        <a:t>IEEE, 2025</a:t>
                      </a:r>
                      <a:endParaRPr lang="en-IN" sz="1600" b="0" u="none" strike="noStrike">
                        <a:solidFill>
                          <a:srgbClr val="FFFFFF"/>
                        </a:solidFill>
                        <a:effectLst/>
                        <a:uFillTx/>
                        <a:latin typeface="Arial"/>
                      </a:endParaRPr>
                    </a:p>
                  </a:txBody>
                  <a:tcPr anchor="ctr" marL="91440" marR="91440" marT="45720" marB="45720">
                    <a:lnL w="12240">
                      <a:solidFill>
                        <a:srgbClr val="4F81BD"/>
                      </a:solidFill>
                      <a:prstDash val="solid"/>
                    </a:lnL>
                    <a:lnR w="12240">
                      <a:solidFill>
                        <a:srgbClr val="4F81BD"/>
                      </a:solidFill>
                      <a:prstDash val="solid"/>
                    </a:lnR>
                    <a:lnT w="12240">
                      <a:solidFill>
                        <a:srgbClr val="4F81BD"/>
                      </a:solidFill>
                      <a:prstDash val="solid"/>
                    </a:lnT>
                    <a:lnB w="12240">
                      <a:solidFill>
                        <a:srgbClr val="4F81BD"/>
                      </a:solidFill>
                      <a:prstDash val="solid"/>
                    </a:lnB>
                    <a:solidFill>
                      <a:srgbClr val="4F81BD">
                        <a:alpha val="20000"/>
                      </a:srgbClr>
                    </a:solidFill>
                  </a:tcPr>
                </a:tc>
                <a:tc>
                  <a:txBody>
                    <a:bodyPr anchor="ctr">
                      <a:noAutofit/>
                    </a:bodyPr>
                    <a:p>
                      <a:pPr>
                        <a:lnSpc>
                          <a:spcPct val="100000"/>
                        </a:lnSpc>
                      </a:pPr>
                      <a:r>
                        <a:rPr lang="en-IN" sz="1600" b="0" u="none" strike="noStrike">
                          <a:solidFill>
                            <a:srgbClr val="000000"/>
                          </a:solidFill>
                          <a:effectLst/>
                          <a:uFillTx/>
                          <a:latin typeface="Times New Roman"/>
                        </a:rPr>
                        <a:t>23-layer CNN with transfer learning (VGG16 backbone), preprocessing, and data augmentation; classification into tumour types</a:t>
                      </a:r>
                      <a:endParaRPr lang="en-IN" sz="1600" b="0" u="none" strike="noStrike">
                        <a:solidFill>
                          <a:srgbClr val="FFFFFF"/>
                        </a:solidFill>
                        <a:effectLst/>
                        <a:uFillTx/>
                        <a:latin typeface="Arial"/>
                      </a:endParaRPr>
                    </a:p>
                  </a:txBody>
                  <a:tcPr anchor="ctr" marL="91440" marR="91440" marT="45720" marB="45720">
                    <a:lnL w="12240">
                      <a:solidFill>
                        <a:srgbClr val="4F81BD"/>
                      </a:solidFill>
                      <a:prstDash val="solid"/>
                    </a:lnL>
                    <a:lnR w="12240">
                      <a:solidFill>
                        <a:srgbClr val="4F81BD"/>
                      </a:solidFill>
                      <a:prstDash val="solid"/>
                    </a:lnR>
                    <a:lnT w="12240">
                      <a:solidFill>
                        <a:srgbClr val="4F81BD"/>
                      </a:solidFill>
                      <a:prstDash val="solid"/>
                    </a:lnT>
                    <a:lnB w="12240">
                      <a:solidFill>
                        <a:srgbClr val="4F81BD"/>
                      </a:solidFill>
                      <a:prstDash val="solid"/>
                    </a:lnB>
                    <a:solidFill>
                      <a:srgbClr val="4F81BD">
                        <a:alpha val="20000"/>
                      </a:srgbClr>
                    </a:solidFill>
                  </a:tcPr>
                </a:tc>
                <a:tc>
                  <a:txBody>
                    <a:bodyPr anchor="ctr">
                      <a:noAutofit/>
                    </a:bodyPr>
                    <a:p>
                      <a:pPr>
                        <a:lnSpc>
                          <a:spcPct val="100000"/>
                        </a:lnSpc>
                      </a:pPr>
                      <a:r>
                        <a:rPr lang="en-IN" sz="1600" b="0" u="none" strike="noStrike">
                          <a:solidFill>
                            <a:srgbClr val="000000"/>
                          </a:solidFill>
                          <a:effectLst/>
                          <a:uFillTx/>
                          <a:latin typeface="Times New Roman"/>
                        </a:rPr>
                        <a:t>Struggles with imbalanced datasets; requires fine-tuning; performance depends on dataset size</a:t>
                      </a:r>
                      <a:endParaRPr lang="en-IN" sz="1600" b="0" u="none" strike="noStrike">
                        <a:solidFill>
                          <a:srgbClr val="FFFFFF"/>
                        </a:solidFill>
                        <a:effectLst/>
                        <a:uFillTx/>
                        <a:latin typeface="Arial"/>
                      </a:endParaRPr>
                    </a:p>
                  </a:txBody>
                  <a:tcPr anchor="ctr" marL="91440" marR="91440" marT="45720" marB="45720">
                    <a:lnL w="12240">
                      <a:solidFill>
                        <a:srgbClr val="4F81BD"/>
                      </a:solidFill>
                      <a:prstDash val="solid"/>
                    </a:lnL>
                    <a:lnR w="12240">
                      <a:solidFill>
                        <a:srgbClr val="4F81BD"/>
                      </a:solidFill>
                      <a:prstDash val="solid"/>
                    </a:lnR>
                    <a:lnT w="12240">
                      <a:solidFill>
                        <a:srgbClr val="4F81BD"/>
                      </a:solidFill>
                      <a:prstDash val="solid"/>
                    </a:lnT>
                    <a:lnB w="12240">
                      <a:solidFill>
                        <a:srgbClr val="4F81BD"/>
                      </a:solidFill>
                      <a:prstDash val="solid"/>
                    </a:lnB>
                    <a:solidFill>
                      <a:srgbClr val="4F81BD">
                        <a:alpha val="20000"/>
                      </a:srgbClr>
                    </a:solidFill>
                  </a:tcPr>
                </a:tc>
              </a:tr>
            </a:tbl>
          </a:graphicData>
        </a:graphic>
      </p:graphicFrame>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 name="PlaceHolder 1"/>
          <p:cNvSpPr>
            <a:spLocks noGrp="1"/>
          </p:cNvSpPr>
          <p:nvPr>
            <p:ph type="title"/>
          </p:nvPr>
        </p:nvSpPr>
        <p:spPr>
          <a:xfrm>
            <a:off x="1555200" y="188280"/>
            <a:ext cx="9358560" cy="713160"/>
          </a:xfrm>
          <a:prstGeom prst="rect">
            <a:avLst/>
          </a:prstGeom>
          <a:noFill/>
          <a:ln w="28440">
            <a:solidFill>
              <a:srgbClr val="2D528F"/>
            </a:solidFill>
            <a:round/>
          </a:ln>
        </p:spPr>
        <p:txBody>
          <a:bodyPr lIns="0" tIns="141480" rIns="0" bIns="0" anchor="t">
            <a:spAutoFit/>
          </a:bodyPr>
          <a:p>
            <a:pPr indent="0" algn="ctr">
              <a:lnSpc>
                <a:spcPct val="100000"/>
              </a:lnSpc>
              <a:spcBef>
                <a:spcPts val="1114"/>
              </a:spcBef>
              <a:buNone/>
              <a:tabLst>
                <a:tab pos="0" algn="l"/>
              </a:tabLst>
            </a:pPr>
            <a:r>
              <a:rPr lang="en-IN" sz="3600" b="1" u="none" strike="noStrike">
                <a:solidFill>
                  <a:srgbClr val="C00000"/>
                </a:solidFill>
                <a:effectLst/>
                <a:uFillTx/>
                <a:latin typeface="Times New Roman"/>
              </a:rPr>
              <a:t>LITERATURE</a:t>
            </a:r>
            <a:r>
              <a:rPr lang="en-IN" sz="3600" b="1" u="none" spc="-14" strike="noStrike">
                <a:solidFill>
                  <a:srgbClr val="C00000"/>
                </a:solidFill>
                <a:effectLst/>
                <a:uFillTx/>
                <a:latin typeface="Times New Roman"/>
              </a:rPr>
              <a:t> </a:t>
            </a:r>
            <a:r>
              <a:rPr lang="en-IN" sz="3600" b="1" u="none" spc="-11" strike="noStrike">
                <a:solidFill>
                  <a:srgbClr val="C00000"/>
                </a:solidFill>
                <a:effectLst/>
                <a:uFillTx/>
                <a:latin typeface="Times New Roman"/>
              </a:rPr>
              <a:t>SURVEY</a:t>
            </a:r>
            <a:endParaRPr lang="en-IN" sz="3600" b="0" u="none" strike="noStrike">
              <a:solidFill>
                <a:srgbClr val="000000"/>
              </a:solidFill>
              <a:effectLst/>
              <a:uFillTx/>
              <a:latin typeface="Calibri"/>
            </a:endParaRPr>
          </a:p>
        </p:txBody>
      </p:sp>
      <p:grpSp>
        <p:nvGrpSpPr>
          <p:cNvPr id="71" name="object 3"/>
          <p:cNvGrpSpPr/>
          <p:nvPr/>
        </p:nvGrpSpPr>
        <p:grpSpPr>
          <a:xfrm>
            <a:off x="101520" y="84240"/>
            <a:ext cx="11941560" cy="6641280"/>
            <a:chOff x="101520" y="84240"/>
            <a:chExt cx="11941560" cy="6641280"/>
          </a:xfrm>
        </p:grpSpPr>
        <p:sp>
          <p:nvSpPr>
            <p:cNvPr id="72" name="object 4"/>
            <p:cNvSpPr/>
            <p:nvPr/>
          </p:nvSpPr>
          <p:spPr>
            <a:xfrm>
              <a:off x="101520" y="84240"/>
              <a:ext cx="11941560" cy="6641280"/>
            </a:xfrm>
            <a:custGeom>
              <a:avLst/>
              <a:gdLst>
                <a:gd name="textAreaLeft" fmla="*/ 0 w 11941560"/>
                <a:gd name="textAreaRight" fmla="*/ 11942280 w 11941560"/>
                <a:gd name="textAreaTop" fmla="*/ 0 h 6641280"/>
                <a:gd name="textAreaBottom" fmla="*/ 6642000 h 6641280"/>
              </a:gdLst>
              <a:ahLst/>
              <a:cxnLst/>
              <a:rect l="textAreaLeft" t="textAreaTop" r="textAreaRight" b="textAreaBottom"/>
              <a:pathLst>
                <a:path w="11942445" h="6642100">
                  <a:moveTo>
                    <a:pt x="0" y="6642100"/>
                  </a:moveTo>
                  <a:lnTo>
                    <a:pt x="11942064" y="6642100"/>
                  </a:lnTo>
                  <a:lnTo>
                    <a:pt x="11942064" y="0"/>
                  </a:lnTo>
                  <a:lnTo>
                    <a:pt x="0" y="0"/>
                  </a:lnTo>
                  <a:lnTo>
                    <a:pt x="0" y="6642100"/>
                  </a:lnTo>
                  <a:close/>
                </a:path>
              </a:pathLst>
            </a:custGeom>
            <a:noFill/>
            <a:ln w="28575">
              <a:solidFill>
                <a:srgbClr val="2D528F"/>
              </a:solidFill>
              <a:round/>
            </a:ln>
          </p:spPr>
          <p:style>
            <a:lnRef idx="0"/>
            <a:fillRef idx="0"/>
            <a:effectRef idx="0"/>
            <a:fontRef idx="minor"/>
          </p:style>
          <p:txBody>
            <a:bodyPr lIns="0" tIns="0" rIns="0" bIns="0" anchor="t">
              <a:noAutofit/>
            </a:bodyPr>
            <a:p>
              <a:endParaRPr lang="en-IN" sz="1800" b="0" u="none" strike="noStrike">
                <a:solidFill>
                  <a:srgbClr val="000000"/>
                </a:solidFill>
                <a:effectLst/>
                <a:uFillTx/>
                <a:latin typeface="Arial"/>
              </a:endParaRPr>
            </a:p>
          </p:txBody>
        </p:sp>
        <p:pic>
          <p:nvPicPr>
            <p:cNvPr id="73" name="object 5"/>
            <p:cNvPicPr/>
            <p:nvPr/>
          </p:nvPicPr>
          <p:blipFill>
            <a:blip r:embed="rId1"/>
            <a:stretch/>
          </p:blipFill>
          <p:spPr>
            <a:xfrm>
              <a:off x="385920" y="180720"/>
              <a:ext cx="744120" cy="863640"/>
            </a:xfrm>
            <a:prstGeom prst="rect">
              <a:avLst/>
            </a:prstGeom>
            <a:noFill/>
            <a:ln w="0">
              <a:noFill/>
            </a:ln>
          </p:spPr>
        </p:pic>
      </p:grpSp>
      <p:sp>
        <p:nvSpPr>
          <p:cNvPr id="74" name="PlaceHolder 2"/>
          <p:cNvSpPr>
            <a:spLocks noGrp="1"/>
          </p:cNvSpPr>
          <p:nvPr>
            <p:ph type="sldNum" idx="23"/>
          </p:nvPr>
        </p:nvSpPr>
        <p:spPr>
          <a:xfrm>
            <a:off x="11551680" y="6351840"/>
            <a:ext cx="537840" cy="352080"/>
          </a:xfrm>
          <a:prstGeom prst="rect">
            <a:avLst/>
          </a:prstGeom>
          <a:noFill/>
          <a:ln w="0">
            <a:noFill/>
          </a:ln>
        </p:spPr>
        <p:txBody>
          <a:bodyPr lIns="0" tIns="73800" rIns="0" bIns="0" anchor="t">
            <a:spAutoFit/>
          </a:bodyPr>
          <a:lstStyle>
            <a:lvl1pPr marL="298440" indent="0" algn="l">
              <a:lnSpc>
                <a:spcPct val="100000"/>
              </a:lnSpc>
              <a:spcBef>
                <a:spcPts val="11"/>
              </a:spcBef>
              <a:buNone/>
              <a:tabLst>
                <a:tab pos="0" algn="l"/>
              </a:tabLst>
              <a:defRPr lang="en-US" sz="1800" b="1" u="none" spc="-51" strike="noStrike">
                <a:solidFill>
                  <a:srgbClr val="2D5395"/>
                </a:solidFill>
                <a:effectLst/>
                <a:uFillTx/>
                <a:latin typeface="Cambria"/>
              </a:defRPr>
            </a:lvl1pPr>
          </a:lstStyle>
          <a:p>
            <a:pPr marL="298440" indent="0" algn="l">
              <a:lnSpc>
                <a:spcPct val="100000"/>
              </a:lnSpc>
              <a:spcBef>
                <a:spcPts val="11"/>
              </a:spcBef>
              <a:buNone/>
              <a:tabLst>
                <a:tab pos="0" algn="l"/>
              </a:tabLst>
            </a:pPr>
            <a:r>
              <a:rPr lang="en-US" sz="1800" b="1" u="none" spc="-51" strike="noStrike">
                <a:solidFill>
                  <a:srgbClr val="2D5395"/>
                </a:solidFill>
                <a:effectLst/>
                <a:uFillTx/>
                <a:latin typeface="Cambria"/>
              </a:rPr>
              <a:t>6</a:t>
            </a:r>
            <a:endParaRPr lang="en-IN" sz="1800" b="0" u="none" strike="noStrike">
              <a:solidFill>
                <a:srgbClr val="000000"/>
              </a:solidFill>
              <a:effectLst/>
              <a:uFillTx/>
              <a:latin typeface="Times New Roman"/>
            </a:endParaRPr>
          </a:p>
        </p:txBody>
      </p:sp>
      <p:graphicFrame>
        <p:nvGraphicFramePr>
          <p:cNvPr id="75" name="Table 5"/>
          <p:cNvGraphicFramePr/>
          <p:nvPr/>
        </p:nvGraphicFramePr>
        <p:xfrm>
          <a:off x="398520" y="1148760"/>
          <a:ext cx="11393640" cy="5239800"/>
        </p:xfrm>
        <a:graphic>
          <a:graphicData uri="http://schemas.openxmlformats.org/drawingml/2006/table">
            <a:tbl>
              <a:tblPr/>
              <a:tblGrid>
                <a:gridCol w="1899000"/>
                <a:gridCol w="1899000"/>
                <a:gridCol w="1899000"/>
                <a:gridCol w="1899000"/>
                <a:gridCol w="1899000"/>
                <a:gridCol w="1899000"/>
              </a:tblGrid>
              <a:tr h="1427040">
                <a:tc>
                  <a:txBody>
                    <a:bodyPr anchor="ctr">
                      <a:noAutofit/>
                    </a:bodyPr>
                    <a:p>
                      <a:pPr algn="ctr" defTabSz="914400">
                        <a:lnSpc>
                          <a:spcPct val="100000"/>
                        </a:lnSpc>
                        <a:tabLst>
                          <a:tab pos="0" algn="l"/>
                        </a:tabLst>
                      </a:pPr>
                      <a:r>
                        <a:rPr lang="en-IN" sz="1600" b="1" u="none" spc="-20" strike="noStrike">
                          <a:solidFill>
                            <a:srgbClr val="4F81BD"/>
                          </a:solidFill>
                          <a:effectLst/>
                          <a:uFillTx/>
                          <a:latin typeface="Times New Roman"/>
                        </a:rPr>
                        <a:t>Sl. no</a:t>
                      </a:r>
                      <a:endParaRPr lang="en-IN" sz="1600" b="0" u="none" strike="noStrike">
                        <a:solidFill>
                          <a:srgbClr val="000000"/>
                        </a:solidFill>
                        <a:effectLst/>
                        <a:uFillTx/>
                        <a:latin typeface="Arial"/>
                      </a:endParaRPr>
                    </a:p>
                    <a:p>
                      <a:pPr defTabSz="914400">
                        <a:lnSpc>
                          <a:spcPct val="100000"/>
                        </a:lnSpc>
                        <a:tabLst>
                          <a:tab pos="0" algn="l"/>
                        </a:tabLst>
                      </a:pPr>
                      <a:endParaRPr lang="en-IN" sz="1600" b="0" u="none" strike="noStrike">
                        <a:solidFill>
                          <a:srgbClr val="000000"/>
                        </a:solidFill>
                        <a:effectLst/>
                        <a:uFillTx/>
                        <a:latin typeface="Arial"/>
                      </a:endParaRPr>
                    </a:p>
                  </a:txBody>
                  <a:tcPr anchor="ctr" marL="91440" marR="91440" marT="45720" marB="45720">
                    <a:lnL w="12240">
                      <a:solidFill>
                        <a:srgbClr val="4F81BD"/>
                      </a:solidFill>
                      <a:prstDash val="solid"/>
                    </a:lnL>
                    <a:lnR w="12240">
                      <a:solidFill>
                        <a:srgbClr val="4F81BD"/>
                      </a:solidFill>
                      <a:prstDash val="solid"/>
                    </a:lnR>
                    <a:lnT w="12240">
                      <a:solidFill>
                        <a:srgbClr val="4F81BD"/>
                      </a:solidFill>
                      <a:prstDash val="solid"/>
                    </a:lnT>
                    <a:lnB w="12240">
                      <a:solidFill>
                        <a:srgbClr val="4F81BD"/>
                      </a:solidFill>
                      <a:prstDash val="solid"/>
                    </a:lnB>
                    <a:noFill/>
                  </a:tcPr>
                </a:tc>
                <a:tc>
                  <a:txBody>
                    <a:bodyPr anchor="ctr">
                      <a:noAutofit/>
                    </a:bodyPr>
                    <a:p>
                      <a:pPr algn="ctr" defTabSz="914400">
                        <a:lnSpc>
                          <a:spcPct val="100000"/>
                        </a:lnSpc>
                        <a:tabLst>
                          <a:tab pos="0" algn="l"/>
                        </a:tabLst>
                      </a:pPr>
                      <a:r>
                        <a:rPr lang="en-IN" sz="1600" b="1" u="none" strike="noStrike">
                          <a:solidFill>
                            <a:srgbClr val="4F81BD"/>
                          </a:solidFill>
                          <a:effectLst/>
                          <a:uFillTx/>
                          <a:latin typeface="Times New Roman"/>
                        </a:rPr>
                        <a:t>Title</a:t>
                      </a:r>
                      <a:r>
                        <a:rPr lang="en-IN" sz="1600" b="1" u="none" spc="-45" strike="noStrike">
                          <a:solidFill>
                            <a:srgbClr val="4F81BD"/>
                          </a:solidFill>
                          <a:effectLst/>
                          <a:uFillTx/>
                          <a:latin typeface="Times New Roman"/>
                        </a:rPr>
                        <a:t> </a:t>
                      </a:r>
                      <a:r>
                        <a:rPr lang="en-IN" sz="1600" b="1" u="none" strike="noStrike">
                          <a:solidFill>
                            <a:srgbClr val="4F81BD"/>
                          </a:solidFill>
                          <a:effectLst/>
                          <a:uFillTx/>
                          <a:latin typeface="Times New Roman"/>
                        </a:rPr>
                        <a:t>of</a:t>
                      </a:r>
                      <a:r>
                        <a:rPr lang="en-IN" sz="1600" b="1" u="none" spc="-6" strike="noStrike">
                          <a:solidFill>
                            <a:srgbClr val="4F81BD"/>
                          </a:solidFill>
                          <a:effectLst/>
                          <a:uFillTx/>
                          <a:latin typeface="Times New Roman"/>
                        </a:rPr>
                        <a:t> </a:t>
                      </a:r>
                      <a:r>
                        <a:rPr lang="en-IN" sz="1600" b="1" u="none" spc="-26" strike="noStrike">
                          <a:solidFill>
                            <a:srgbClr val="4F81BD"/>
                          </a:solidFill>
                          <a:effectLst/>
                          <a:uFillTx/>
                          <a:latin typeface="Times New Roman"/>
                        </a:rPr>
                        <a:t>the </a:t>
                      </a:r>
                      <a:r>
                        <a:rPr lang="en-IN" sz="1600" b="1" u="none" spc="-11" strike="noStrike">
                          <a:solidFill>
                            <a:srgbClr val="4F81BD"/>
                          </a:solidFill>
                          <a:effectLst/>
                          <a:uFillTx/>
                          <a:latin typeface="Times New Roman"/>
                        </a:rPr>
                        <a:t>paper</a:t>
                      </a:r>
                      <a:endParaRPr lang="en-IN" sz="1600" b="0" u="none" strike="noStrike">
                        <a:solidFill>
                          <a:srgbClr val="000000"/>
                        </a:solidFill>
                        <a:effectLst/>
                        <a:uFillTx/>
                        <a:latin typeface="Arial"/>
                      </a:endParaRPr>
                    </a:p>
                    <a:p>
                      <a:pPr defTabSz="914400">
                        <a:lnSpc>
                          <a:spcPct val="100000"/>
                        </a:lnSpc>
                        <a:tabLst>
                          <a:tab pos="0" algn="l"/>
                        </a:tabLst>
                      </a:pPr>
                      <a:endParaRPr lang="en-IN" sz="1600" b="0" u="none" strike="noStrike">
                        <a:solidFill>
                          <a:srgbClr val="000000"/>
                        </a:solidFill>
                        <a:effectLst/>
                        <a:uFillTx/>
                        <a:latin typeface="Arial"/>
                      </a:endParaRPr>
                    </a:p>
                  </a:txBody>
                  <a:tcPr anchor="ctr" marL="91440" marR="91440" marT="45720" marB="45720">
                    <a:lnL w="12240">
                      <a:solidFill>
                        <a:srgbClr val="4F81BD"/>
                      </a:solidFill>
                      <a:prstDash val="solid"/>
                    </a:lnL>
                    <a:lnR w="12240">
                      <a:solidFill>
                        <a:srgbClr val="4F81BD"/>
                      </a:solidFill>
                      <a:prstDash val="solid"/>
                    </a:lnR>
                    <a:lnT w="12240">
                      <a:solidFill>
                        <a:srgbClr val="4F81BD"/>
                      </a:solidFill>
                      <a:prstDash val="solid"/>
                    </a:lnT>
                    <a:lnB w="12240">
                      <a:solidFill>
                        <a:srgbClr val="4F81BD"/>
                      </a:solidFill>
                      <a:prstDash val="solid"/>
                    </a:lnB>
                    <a:noFill/>
                  </a:tcPr>
                </a:tc>
                <a:tc>
                  <a:txBody>
                    <a:bodyPr anchor="ctr">
                      <a:noAutofit/>
                    </a:bodyPr>
                    <a:p>
                      <a:pPr algn="ctr" defTabSz="914400">
                        <a:lnSpc>
                          <a:spcPct val="100000"/>
                        </a:lnSpc>
                        <a:tabLst>
                          <a:tab pos="0" algn="l"/>
                        </a:tabLst>
                      </a:pPr>
                      <a:r>
                        <a:rPr lang="en-IN" sz="1600" b="1" u="none" spc="-11" strike="noStrike">
                          <a:solidFill>
                            <a:srgbClr val="4F81BD"/>
                          </a:solidFill>
                          <a:effectLst/>
                          <a:uFillTx/>
                          <a:latin typeface="Times New Roman"/>
                        </a:rPr>
                        <a:t>Author</a:t>
                      </a:r>
                      <a:endParaRPr lang="en-IN" sz="1600" b="0" u="none" strike="noStrike">
                        <a:solidFill>
                          <a:srgbClr val="000000"/>
                        </a:solidFill>
                        <a:effectLst/>
                        <a:uFillTx/>
                        <a:latin typeface="Arial"/>
                      </a:endParaRPr>
                    </a:p>
                    <a:p>
                      <a:pPr defTabSz="914400">
                        <a:lnSpc>
                          <a:spcPct val="100000"/>
                        </a:lnSpc>
                        <a:tabLst>
                          <a:tab pos="0" algn="l"/>
                        </a:tabLst>
                      </a:pPr>
                      <a:endParaRPr lang="en-IN" sz="1600" b="0" u="none" strike="noStrike">
                        <a:solidFill>
                          <a:srgbClr val="000000"/>
                        </a:solidFill>
                        <a:effectLst/>
                        <a:uFillTx/>
                        <a:latin typeface="Arial"/>
                      </a:endParaRPr>
                    </a:p>
                  </a:txBody>
                  <a:tcPr anchor="ctr" marL="91440" marR="91440" marT="45720" marB="45720">
                    <a:lnL w="12240">
                      <a:solidFill>
                        <a:srgbClr val="4F81BD"/>
                      </a:solidFill>
                      <a:prstDash val="solid"/>
                    </a:lnL>
                    <a:lnR w="12240">
                      <a:solidFill>
                        <a:srgbClr val="4F81BD"/>
                      </a:solidFill>
                      <a:prstDash val="solid"/>
                    </a:lnR>
                    <a:lnT w="12240">
                      <a:solidFill>
                        <a:srgbClr val="4F81BD"/>
                      </a:solidFill>
                      <a:prstDash val="solid"/>
                    </a:lnT>
                    <a:lnB w="12240">
                      <a:solidFill>
                        <a:srgbClr val="4F81BD"/>
                      </a:solidFill>
                      <a:prstDash val="solid"/>
                    </a:lnB>
                    <a:noFill/>
                  </a:tcPr>
                </a:tc>
                <a:tc>
                  <a:txBody>
                    <a:bodyPr anchor="ctr">
                      <a:noAutofit/>
                    </a:bodyPr>
                    <a:p>
                      <a:pPr algn="ctr" defTabSz="914400">
                        <a:lnSpc>
                          <a:spcPct val="100000"/>
                        </a:lnSpc>
                        <a:tabLst>
                          <a:tab pos="0" algn="l"/>
                        </a:tabLst>
                      </a:pPr>
                      <a:r>
                        <a:rPr lang="en-US" sz="1600" b="1" u="none" spc="-11" strike="noStrike">
                          <a:solidFill>
                            <a:srgbClr val="4F81BD"/>
                          </a:solidFill>
                          <a:effectLst/>
                          <a:uFillTx/>
                          <a:latin typeface="Times New Roman"/>
                        </a:rPr>
                        <a:t>Name of the Journal and Publication </a:t>
                      </a:r>
                      <a:r>
                        <a:rPr lang="en-US" sz="1600" b="1" u="none" strike="noStrike">
                          <a:solidFill>
                            <a:srgbClr val="4F81BD"/>
                          </a:solidFill>
                          <a:effectLst/>
                          <a:uFillTx/>
                          <a:latin typeface="Times New Roman"/>
                        </a:rPr>
                        <a:t>Year</a:t>
                      </a:r>
                      <a:endParaRPr lang="en-IN" sz="1600" b="0" u="none" strike="noStrike">
                        <a:solidFill>
                          <a:srgbClr val="000000"/>
                        </a:solidFill>
                        <a:effectLst/>
                        <a:uFillTx/>
                        <a:latin typeface="Arial"/>
                      </a:endParaRPr>
                    </a:p>
                  </a:txBody>
                  <a:tcPr anchor="ctr" marL="91440" marR="91440" marT="45720" marB="45720">
                    <a:lnL w="12240">
                      <a:solidFill>
                        <a:srgbClr val="4F81BD"/>
                      </a:solidFill>
                      <a:prstDash val="solid"/>
                    </a:lnL>
                    <a:lnR w="12240">
                      <a:solidFill>
                        <a:srgbClr val="4F81BD"/>
                      </a:solidFill>
                      <a:prstDash val="solid"/>
                    </a:lnR>
                    <a:lnT w="12240">
                      <a:solidFill>
                        <a:srgbClr val="4F81BD"/>
                      </a:solidFill>
                      <a:prstDash val="solid"/>
                    </a:lnT>
                    <a:lnB w="12240">
                      <a:solidFill>
                        <a:srgbClr val="4F81BD"/>
                      </a:solidFill>
                      <a:prstDash val="solid"/>
                    </a:lnB>
                    <a:noFill/>
                  </a:tcPr>
                </a:tc>
                <a:tc>
                  <a:txBody>
                    <a:bodyPr anchor="ctr">
                      <a:noAutofit/>
                    </a:bodyPr>
                    <a:p>
                      <a:pPr algn="ctr" defTabSz="914400">
                        <a:lnSpc>
                          <a:spcPct val="100000"/>
                        </a:lnSpc>
                        <a:tabLst>
                          <a:tab pos="0" algn="l"/>
                        </a:tabLst>
                      </a:pPr>
                      <a:r>
                        <a:rPr lang="en-IN" sz="1600" b="1" u="none" spc="-11" strike="noStrike">
                          <a:solidFill>
                            <a:srgbClr val="4F81BD"/>
                          </a:solidFill>
                          <a:effectLst/>
                          <a:uFillTx/>
                          <a:latin typeface="Times New Roman"/>
                        </a:rPr>
                        <a:t>Methodology</a:t>
                      </a:r>
                      <a:endParaRPr lang="en-IN" sz="1600" b="0" u="none" strike="noStrike">
                        <a:solidFill>
                          <a:srgbClr val="000000"/>
                        </a:solidFill>
                        <a:effectLst/>
                        <a:uFillTx/>
                        <a:latin typeface="Arial"/>
                      </a:endParaRPr>
                    </a:p>
                    <a:p>
                      <a:pPr defTabSz="914400">
                        <a:lnSpc>
                          <a:spcPct val="100000"/>
                        </a:lnSpc>
                        <a:tabLst>
                          <a:tab pos="0" algn="l"/>
                        </a:tabLst>
                      </a:pPr>
                      <a:endParaRPr lang="en-IN" sz="1600" b="0" u="none" strike="noStrike">
                        <a:solidFill>
                          <a:srgbClr val="000000"/>
                        </a:solidFill>
                        <a:effectLst/>
                        <a:uFillTx/>
                        <a:latin typeface="Arial"/>
                      </a:endParaRPr>
                    </a:p>
                  </a:txBody>
                  <a:tcPr anchor="ctr" marL="91440" marR="91440" marT="45720" marB="45720">
                    <a:lnL w="12240">
                      <a:solidFill>
                        <a:srgbClr val="4F81BD"/>
                      </a:solidFill>
                      <a:prstDash val="solid"/>
                    </a:lnL>
                    <a:lnR w="12240">
                      <a:solidFill>
                        <a:srgbClr val="4F81BD"/>
                      </a:solidFill>
                      <a:prstDash val="solid"/>
                    </a:lnR>
                    <a:lnT w="12240">
                      <a:solidFill>
                        <a:srgbClr val="4F81BD"/>
                      </a:solidFill>
                      <a:prstDash val="solid"/>
                    </a:lnT>
                    <a:lnB w="12240">
                      <a:solidFill>
                        <a:srgbClr val="4F81BD"/>
                      </a:solidFill>
                      <a:prstDash val="solid"/>
                    </a:lnB>
                    <a:noFill/>
                  </a:tcPr>
                </a:tc>
                <a:tc>
                  <a:txBody>
                    <a:bodyPr anchor="ctr">
                      <a:noAutofit/>
                    </a:bodyPr>
                    <a:p>
                      <a:pPr algn="ctr" defTabSz="914400">
                        <a:lnSpc>
                          <a:spcPct val="100000"/>
                        </a:lnSpc>
                        <a:tabLst>
                          <a:tab pos="0" algn="l"/>
                        </a:tabLst>
                      </a:pPr>
                      <a:r>
                        <a:rPr lang="en-US" sz="1600" b="1" u="none" spc="-11" strike="noStrike">
                          <a:solidFill>
                            <a:srgbClr val="4F81BD"/>
                          </a:solidFill>
                          <a:effectLst/>
                          <a:uFillTx/>
                          <a:latin typeface="Times New Roman"/>
                        </a:rPr>
                        <a:t>Drawback</a:t>
                      </a:r>
                      <a:endParaRPr lang="en-IN" sz="1600" b="0" u="none" strike="noStrike">
                        <a:solidFill>
                          <a:srgbClr val="000000"/>
                        </a:solidFill>
                        <a:effectLst/>
                        <a:uFillTx/>
                        <a:latin typeface="Arial"/>
                      </a:endParaRPr>
                    </a:p>
                    <a:p>
                      <a:pPr defTabSz="914400">
                        <a:lnSpc>
                          <a:spcPct val="100000"/>
                        </a:lnSpc>
                        <a:tabLst>
                          <a:tab pos="0" algn="l"/>
                        </a:tabLst>
                      </a:pPr>
                      <a:endParaRPr lang="en-IN" sz="1600" b="0" u="none" strike="noStrike">
                        <a:solidFill>
                          <a:srgbClr val="000000"/>
                        </a:solidFill>
                        <a:effectLst/>
                        <a:uFillTx/>
                        <a:latin typeface="Arial"/>
                      </a:endParaRPr>
                    </a:p>
                  </a:txBody>
                  <a:tcPr anchor="ctr" marL="91440" marR="91440" marT="45720" marB="45720">
                    <a:lnL w="12240">
                      <a:solidFill>
                        <a:srgbClr val="4F81BD"/>
                      </a:solidFill>
                      <a:prstDash val="solid"/>
                    </a:lnL>
                    <a:lnR w="12240">
                      <a:solidFill>
                        <a:srgbClr val="4F81BD"/>
                      </a:solidFill>
                      <a:prstDash val="solid"/>
                    </a:lnR>
                    <a:lnT w="12240">
                      <a:solidFill>
                        <a:srgbClr val="4F81BD"/>
                      </a:solidFill>
                      <a:prstDash val="solid"/>
                    </a:lnT>
                    <a:lnB w="12240">
                      <a:solidFill>
                        <a:srgbClr val="4F81BD"/>
                      </a:solidFill>
                      <a:prstDash val="solid"/>
                    </a:lnB>
                    <a:noFill/>
                  </a:tcPr>
                </a:tc>
              </a:tr>
              <a:tr h="506160">
                <a:tc>
                  <a:txBody>
                    <a:bodyPr anchor="ctr">
                      <a:noAutofit/>
                    </a:bodyPr>
                    <a:p>
                      <a:pPr algn="ctr" defTabSz="914400">
                        <a:lnSpc>
                          <a:spcPct val="100000"/>
                        </a:lnSpc>
                        <a:tabLst>
                          <a:tab pos="0" algn="l"/>
                        </a:tabLst>
                      </a:pPr>
                      <a:r>
                        <a:rPr lang="en-US" sz="1400" b="0" u="none" strike="noStrike">
                          <a:solidFill>
                            <a:srgbClr val="000000"/>
                          </a:solidFill>
                          <a:effectLst/>
                          <a:uFillTx/>
                          <a:latin typeface="Times New Roman"/>
                        </a:rPr>
                        <a:t>6</a:t>
                      </a:r>
                      <a:endParaRPr lang="en-IN" sz="1400" b="0" u="none" strike="noStrike">
                        <a:solidFill>
                          <a:srgbClr val="FFFFFF"/>
                        </a:solidFill>
                        <a:effectLst/>
                        <a:uFillTx/>
                        <a:latin typeface="Arial"/>
                      </a:endParaRPr>
                    </a:p>
                    <a:p>
                      <a:pPr defTabSz="914400">
                        <a:lnSpc>
                          <a:spcPct val="100000"/>
                        </a:lnSpc>
                        <a:tabLst>
                          <a:tab pos="0" algn="l"/>
                        </a:tabLst>
                      </a:pPr>
                      <a:endParaRPr lang="en-IN" sz="1400" b="0" u="none" strike="noStrike">
                        <a:solidFill>
                          <a:srgbClr val="FFFFFF"/>
                        </a:solidFill>
                        <a:effectLst/>
                        <a:uFillTx/>
                        <a:latin typeface="Arial"/>
                      </a:endParaRPr>
                    </a:p>
                  </a:txBody>
                  <a:tcPr anchor="ctr" marL="91440" marR="91440" marT="45720" marB="45720">
                    <a:lnL w="12240">
                      <a:solidFill>
                        <a:srgbClr val="4F81BD"/>
                      </a:solidFill>
                      <a:prstDash val="solid"/>
                    </a:lnL>
                    <a:lnR w="12240">
                      <a:solidFill>
                        <a:srgbClr val="4F81BD"/>
                      </a:solidFill>
                      <a:prstDash val="solid"/>
                    </a:lnR>
                    <a:lnT w="12240">
                      <a:solidFill>
                        <a:srgbClr val="4F81BD"/>
                      </a:solidFill>
                      <a:prstDash val="solid"/>
                    </a:lnT>
                    <a:lnB w="12240">
                      <a:solidFill>
                        <a:srgbClr val="4F81BD"/>
                      </a:solidFill>
                      <a:prstDash val="solid"/>
                    </a:lnB>
                    <a:solidFill>
                      <a:srgbClr val="4F81BD">
                        <a:alpha val="20000"/>
                      </a:srgbClr>
                    </a:solidFill>
                  </a:tcPr>
                </a:tc>
                <a:tc>
                  <a:txBody>
                    <a:bodyPr anchor="ctr">
                      <a:noAutofit/>
                    </a:bodyPr>
                    <a:p>
                      <a:pPr defTabSz="914400">
                        <a:lnSpc>
                          <a:spcPct val="100000"/>
                        </a:lnSpc>
                        <a:tabLst>
                          <a:tab pos="0" algn="l"/>
                        </a:tabLst>
                      </a:pPr>
                      <a:r>
                        <a:rPr lang="en-US" sz="1400" b="0" u="none" strike="noStrike">
                          <a:solidFill>
                            <a:schemeClr val="dk1"/>
                          </a:solidFill>
                          <a:effectLst/>
                          <a:uFillTx/>
                          <a:latin typeface="Times New Roman"/>
                        </a:rPr>
                        <a:t>Automated Segmentation of Brain Tumor MRI Images Using Deep Learning</a:t>
                      </a:r>
                      <a:endParaRPr lang="en-IN" sz="1400" b="0" u="none" strike="noStrike">
                        <a:solidFill>
                          <a:srgbClr val="FFFFFF"/>
                        </a:solidFill>
                        <a:effectLst/>
                        <a:uFillTx/>
                        <a:latin typeface="Arial"/>
                      </a:endParaRPr>
                    </a:p>
                  </a:txBody>
                  <a:tcPr anchor="ctr" marL="91440" marR="91440" marT="45720" marB="45720">
                    <a:lnL w="12240">
                      <a:solidFill>
                        <a:srgbClr val="4F81BD"/>
                      </a:solidFill>
                      <a:prstDash val="solid"/>
                    </a:lnL>
                    <a:lnR w="12240">
                      <a:solidFill>
                        <a:srgbClr val="4F81BD"/>
                      </a:solidFill>
                      <a:prstDash val="solid"/>
                    </a:lnR>
                    <a:lnT w="12240">
                      <a:solidFill>
                        <a:srgbClr val="4F81BD"/>
                      </a:solidFill>
                      <a:prstDash val="solid"/>
                    </a:lnT>
                    <a:lnB w="12240">
                      <a:solidFill>
                        <a:srgbClr val="4F81BD"/>
                      </a:solidFill>
                      <a:prstDash val="solid"/>
                    </a:lnB>
                    <a:solidFill>
                      <a:srgbClr val="4F81BD">
                        <a:alpha val="20000"/>
                      </a:srgbClr>
                    </a:solidFill>
                  </a:tcPr>
                </a:tc>
                <a:tc>
                  <a:txBody>
                    <a:bodyPr anchor="ctr">
                      <a:noAutofit/>
                    </a:bodyPr>
                    <a:p>
                      <a:pPr>
                        <a:lnSpc>
                          <a:spcPct val="100000"/>
                        </a:lnSpc>
                      </a:pPr>
                      <a:r>
                        <a:rPr lang="en-US" sz="1400" b="0" u="none" strike="noStrike">
                          <a:solidFill>
                            <a:schemeClr val="dk1"/>
                          </a:solidFill>
                          <a:effectLst/>
                          <a:uFillTx/>
                          <a:latin typeface="Times New Roman"/>
                        </a:rPr>
                        <a:t>Surendran Rajendran, Suresh Kumar Rajagopal, Tamilvizhi Thanarajan, K. Shankar, Sachin Kumar, Najah M. Alsubaie, Mohamad Khairi Ishak, Samih M. Mostafa</a:t>
                      </a:r>
                      <a:endParaRPr lang="en-IN" sz="1400" b="0" u="none" strike="noStrike">
                        <a:solidFill>
                          <a:srgbClr val="FFFFFF"/>
                        </a:solidFill>
                        <a:effectLst/>
                        <a:uFillTx/>
                        <a:latin typeface="Arial"/>
                      </a:endParaRPr>
                    </a:p>
                  </a:txBody>
                  <a:tcPr anchor="ctr" marL="91440" marR="91440" marT="45720" marB="45720">
                    <a:lnL w="12240">
                      <a:solidFill>
                        <a:srgbClr val="4F81BD"/>
                      </a:solidFill>
                      <a:prstDash val="solid"/>
                    </a:lnL>
                    <a:lnR w="12240">
                      <a:solidFill>
                        <a:srgbClr val="4F81BD"/>
                      </a:solidFill>
                      <a:prstDash val="solid"/>
                    </a:lnR>
                    <a:lnT w="12240">
                      <a:solidFill>
                        <a:srgbClr val="4F81BD"/>
                      </a:solidFill>
                      <a:prstDash val="solid"/>
                    </a:lnT>
                    <a:lnB w="12240">
                      <a:solidFill>
                        <a:srgbClr val="4F81BD"/>
                      </a:solidFill>
                      <a:prstDash val="solid"/>
                    </a:lnB>
                    <a:solidFill>
                      <a:srgbClr val="4F81BD">
                        <a:alpha val="20000"/>
                      </a:srgbClr>
                    </a:solidFill>
                  </a:tcPr>
                </a:tc>
                <a:tc>
                  <a:txBody>
                    <a:bodyPr anchor="ctr">
                      <a:noAutofit/>
                    </a:bodyPr>
                    <a:p>
                      <a:pPr>
                        <a:lnSpc>
                          <a:spcPct val="100000"/>
                        </a:lnSpc>
                      </a:pPr>
                      <a:r>
                        <a:rPr lang="en-US" sz="1400" b="0" u="none" strike="noStrike">
                          <a:solidFill>
                            <a:srgbClr val="000000"/>
                          </a:solidFill>
                          <a:effectLst/>
                          <a:uFillTx/>
                          <a:latin typeface="Times New Roman"/>
                        </a:rPr>
                        <a:t>IEEE, 2023</a:t>
                      </a:r>
                      <a:endParaRPr lang="en-IN" sz="1400" b="0" u="none" strike="noStrike">
                        <a:solidFill>
                          <a:srgbClr val="FFFFFF"/>
                        </a:solidFill>
                        <a:effectLst/>
                        <a:uFillTx/>
                        <a:latin typeface="Arial"/>
                      </a:endParaRPr>
                    </a:p>
                  </a:txBody>
                  <a:tcPr anchor="ctr" marL="91440" marR="91440" marT="45720" marB="45720">
                    <a:lnL w="12240">
                      <a:solidFill>
                        <a:srgbClr val="4F81BD"/>
                      </a:solidFill>
                      <a:prstDash val="solid"/>
                    </a:lnL>
                    <a:lnR w="12240">
                      <a:solidFill>
                        <a:srgbClr val="4F81BD"/>
                      </a:solidFill>
                      <a:prstDash val="solid"/>
                    </a:lnR>
                    <a:lnT w="12240">
                      <a:solidFill>
                        <a:srgbClr val="4F81BD"/>
                      </a:solidFill>
                      <a:prstDash val="solid"/>
                    </a:lnT>
                    <a:lnB w="12240">
                      <a:solidFill>
                        <a:srgbClr val="4F81BD"/>
                      </a:solidFill>
                      <a:prstDash val="solid"/>
                    </a:lnB>
                    <a:solidFill>
                      <a:srgbClr val="4F81BD">
                        <a:alpha val="20000"/>
                      </a:srgbClr>
                    </a:solidFill>
                  </a:tcPr>
                </a:tc>
                <a:tc>
                  <a:txBody>
                    <a:bodyPr anchor="ctr">
                      <a:noAutofit/>
                    </a:bodyPr>
                    <a:p>
                      <a:pPr>
                        <a:lnSpc>
                          <a:spcPct val="100000"/>
                        </a:lnSpc>
                      </a:pPr>
                      <a:r>
                        <a:rPr lang="en-US" sz="1400" b="0" u="none" strike="noStrike">
                          <a:solidFill>
                            <a:srgbClr val="000000"/>
                          </a:solidFill>
                          <a:effectLst/>
                          <a:uFillTx/>
                          <a:latin typeface="Times New Roman"/>
                        </a:rPr>
                        <a:t>Ensemble deep learning using U-Net + 3D CNN, with GLCM feature extraction and VPT-based selection for MRI tumor segmentation</a:t>
                      </a:r>
                      <a:endParaRPr lang="en-IN" sz="1400" b="0" u="none" strike="noStrike">
                        <a:solidFill>
                          <a:srgbClr val="FFFFFF"/>
                        </a:solidFill>
                        <a:effectLst/>
                        <a:uFillTx/>
                        <a:latin typeface="Arial"/>
                      </a:endParaRPr>
                    </a:p>
                  </a:txBody>
                  <a:tcPr anchor="ctr" marL="91440" marR="91440" marT="45720" marB="45720">
                    <a:lnL w="12240">
                      <a:solidFill>
                        <a:srgbClr val="4F81BD"/>
                      </a:solidFill>
                      <a:prstDash val="solid"/>
                    </a:lnL>
                    <a:lnR w="12240">
                      <a:solidFill>
                        <a:srgbClr val="4F81BD"/>
                      </a:solidFill>
                      <a:prstDash val="solid"/>
                    </a:lnR>
                    <a:lnT w="12240">
                      <a:solidFill>
                        <a:srgbClr val="4F81BD"/>
                      </a:solidFill>
                      <a:prstDash val="solid"/>
                    </a:lnT>
                    <a:lnB w="12240">
                      <a:solidFill>
                        <a:srgbClr val="4F81BD"/>
                      </a:solidFill>
                      <a:prstDash val="solid"/>
                    </a:lnB>
                    <a:solidFill>
                      <a:srgbClr val="4F81BD">
                        <a:alpha val="20000"/>
                      </a:srgbClr>
                    </a:solidFill>
                  </a:tcPr>
                </a:tc>
                <a:tc>
                  <a:txBody>
                    <a:bodyPr anchor="ctr">
                      <a:noAutofit/>
                    </a:bodyPr>
                    <a:p>
                      <a:pPr>
                        <a:lnSpc>
                          <a:spcPct val="100000"/>
                        </a:lnSpc>
                      </a:pPr>
                      <a:r>
                        <a:rPr lang="en-US" sz="1400" b="0" u="none" strike="noStrike">
                          <a:solidFill>
                            <a:schemeClr val="dk1"/>
                          </a:solidFill>
                          <a:effectLst/>
                          <a:uFillTx/>
                          <a:latin typeface="Times New Roman"/>
                        </a:rPr>
                        <a:t>High computational complexity; depends on dataset quality; risk of overfitting</a:t>
                      </a:r>
                      <a:endParaRPr lang="en-IN" sz="1400" b="0" u="none" strike="noStrike">
                        <a:solidFill>
                          <a:srgbClr val="FFFFFF"/>
                        </a:solidFill>
                        <a:effectLst/>
                        <a:uFillTx/>
                        <a:latin typeface="Arial"/>
                      </a:endParaRPr>
                    </a:p>
                  </a:txBody>
                  <a:tcPr anchor="ctr" marL="91440" marR="91440" marT="45720" marB="45720">
                    <a:lnL w="12240">
                      <a:solidFill>
                        <a:srgbClr val="4F81BD"/>
                      </a:solidFill>
                      <a:prstDash val="solid"/>
                    </a:lnL>
                    <a:lnR w="12240">
                      <a:solidFill>
                        <a:srgbClr val="4F81BD"/>
                      </a:solidFill>
                      <a:prstDash val="solid"/>
                    </a:lnR>
                    <a:lnT w="12240">
                      <a:solidFill>
                        <a:srgbClr val="4F81BD"/>
                      </a:solidFill>
                      <a:prstDash val="solid"/>
                    </a:lnT>
                    <a:lnB w="12240">
                      <a:solidFill>
                        <a:srgbClr val="4F81BD"/>
                      </a:solidFill>
                      <a:prstDash val="solid"/>
                    </a:lnB>
                    <a:solidFill>
                      <a:srgbClr val="4F81BD">
                        <a:alpha val="20000"/>
                      </a:srgbClr>
                    </a:solidFill>
                  </a:tcPr>
                </a:tc>
              </a:tr>
              <a:tr h="947520">
                <a:tc>
                  <a:txBody>
                    <a:bodyPr anchor="ctr">
                      <a:noAutofit/>
                    </a:bodyPr>
                    <a:p>
                      <a:pPr algn="ctr" defTabSz="914400">
                        <a:lnSpc>
                          <a:spcPct val="100000"/>
                        </a:lnSpc>
                        <a:tabLst>
                          <a:tab pos="0" algn="l"/>
                        </a:tabLst>
                      </a:pPr>
                      <a:r>
                        <a:rPr lang="en-US" sz="1400" b="0" u="none" strike="noStrike">
                          <a:solidFill>
                            <a:srgbClr val="000000"/>
                          </a:solidFill>
                          <a:effectLst/>
                          <a:uFillTx/>
                          <a:latin typeface="Times New Roman"/>
                        </a:rPr>
                        <a:t>7</a:t>
                      </a:r>
                      <a:endParaRPr lang="en-IN" sz="1400" b="0" u="none" strike="noStrike">
                        <a:solidFill>
                          <a:srgbClr val="000000"/>
                        </a:solidFill>
                        <a:effectLst/>
                        <a:uFillTx/>
                        <a:latin typeface="Arial"/>
                      </a:endParaRPr>
                    </a:p>
                  </a:txBody>
                  <a:tcPr anchor="ctr" marL="91440" marR="91440" marT="45720" marB="45720">
                    <a:lnL w="12240">
                      <a:solidFill>
                        <a:srgbClr val="4F81BD"/>
                      </a:solidFill>
                      <a:prstDash val="solid"/>
                    </a:lnL>
                    <a:lnR w="12240">
                      <a:solidFill>
                        <a:srgbClr val="4F81BD"/>
                      </a:solidFill>
                      <a:prstDash val="solid"/>
                    </a:lnR>
                    <a:lnT w="12240">
                      <a:solidFill>
                        <a:srgbClr val="4F81BD"/>
                      </a:solidFill>
                      <a:prstDash val="solid"/>
                    </a:lnT>
                    <a:lnB w="12240">
                      <a:solidFill>
                        <a:srgbClr val="4F81BD"/>
                      </a:solidFill>
                      <a:prstDash val="solid"/>
                    </a:lnB>
                    <a:noFill/>
                  </a:tcPr>
                </a:tc>
                <a:tc>
                  <a:txBody>
                    <a:bodyPr anchor="ctr">
                      <a:noAutofit/>
                    </a:bodyPr>
                    <a:p>
                      <a:pPr defTabSz="914400">
                        <a:lnSpc>
                          <a:spcPct val="100000"/>
                        </a:lnSpc>
                        <a:tabLst>
                          <a:tab pos="0" algn="l"/>
                        </a:tabLst>
                      </a:pPr>
                      <a:r>
                        <a:rPr lang="en-US" sz="1400" b="0" u="none" spc="-6" strike="noStrike">
                          <a:solidFill>
                            <a:schemeClr val="dk1"/>
                          </a:solidFill>
                          <a:effectLst/>
                          <a:uFillTx/>
                          <a:latin typeface="Times New Roman"/>
                        </a:rPr>
                        <a:t>Automated Brain Tumor Segmentation and Classification in MRI Using YOLO-Based Deep Learning</a:t>
                      </a:r>
                      <a:endParaRPr lang="en-IN" sz="1400" b="0" u="none" strike="noStrike">
                        <a:solidFill>
                          <a:srgbClr val="000000"/>
                        </a:solidFill>
                        <a:effectLst/>
                        <a:uFillTx/>
                        <a:latin typeface="Arial"/>
                      </a:endParaRPr>
                    </a:p>
                  </a:txBody>
                  <a:tcPr anchor="ctr" marL="91440" marR="91440" marT="45720" marB="45720">
                    <a:lnL w="12240">
                      <a:solidFill>
                        <a:srgbClr val="4F81BD"/>
                      </a:solidFill>
                      <a:prstDash val="solid"/>
                    </a:lnL>
                    <a:lnR w="12240">
                      <a:solidFill>
                        <a:srgbClr val="4F81BD"/>
                      </a:solidFill>
                      <a:prstDash val="solid"/>
                    </a:lnR>
                    <a:lnT w="12240">
                      <a:solidFill>
                        <a:srgbClr val="4F81BD"/>
                      </a:solidFill>
                      <a:prstDash val="solid"/>
                    </a:lnT>
                    <a:lnB w="12240">
                      <a:solidFill>
                        <a:srgbClr val="4F81BD"/>
                      </a:solidFill>
                      <a:prstDash val="solid"/>
                    </a:lnB>
                    <a:noFill/>
                  </a:tcPr>
                </a:tc>
                <a:tc>
                  <a:txBody>
                    <a:bodyPr anchor="ctr">
                      <a:noAutofit/>
                    </a:bodyPr>
                    <a:p>
                      <a:pPr algn="ctr" defTabSz="914400">
                        <a:lnSpc>
                          <a:spcPct val="100000"/>
                        </a:lnSpc>
                        <a:tabLst>
                          <a:tab pos="0" algn="l"/>
                        </a:tabLst>
                      </a:pPr>
                      <a:r>
                        <a:rPr lang="en-IN" sz="1400" b="0" u="none" strike="noStrike">
                          <a:solidFill>
                            <a:schemeClr val="dk1"/>
                          </a:solidFill>
                          <a:effectLst/>
                          <a:uFillTx/>
                          <a:latin typeface="Times New Roman"/>
                        </a:rPr>
                        <a:t>Maram Fahaad Almufareh, Muhammad Imran, Abdullah Khan, Mamoona Humayun, Muhammad Asim</a:t>
                      </a:r>
                      <a:endParaRPr lang="en-IN" sz="1400" b="0" u="none" strike="noStrike">
                        <a:solidFill>
                          <a:srgbClr val="000000"/>
                        </a:solidFill>
                        <a:effectLst/>
                        <a:uFillTx/>
                        <a:latin typeface="Arial"/>
                      </a:endParaRPr>
                    </a:p>
                  </a:txBody>
                  <a:tcPr anchor="ctr" marL="91440" marR="91440" marT="45720" marB="45720">
                    <a:lnL w="12240">
                      <a:solidFill>
                        <a:srgbClr val="4F81BD"/>
                      </a:solidFill>
                      <a:prstDash val="solid"/>
                    </a:lnL>
                    <a:lnR w="12240">
                      <a:solidFill>
                        <a:srgbClr val="4F81BD"/>
                      </a:solidFill>
                      <a:prstDash val="solid"/>
                    </a:lnR>
                    <a:lnT w="12240">
                      <a:solidFill>
                        <a:srgbClr val="4F81BD"/>
                      </a:solidFill>
                      <a:prstDash val="solid"/>
                    </a:lnT>
                    <a:lnB w="12240">
                      <a:solidFill>
                        <a:srgbClr val="4F81BD"/>
                      </a:solidFill>
                      <a:prstDash val="solid"/>
                    </a:lnB>
                    <a:noFill/>
                  </a:tcPr>
                </a:tc>
                <a:tc>
                  <a:txBody>
                    <a:bodyPr anchor="ctr">
                      <a:noAutofit/>
                    </a:bodyPr>
                    <a:p>
                      <a:pPr defTabSz="914400">
                        <a:lnSpc>
                          <a:spcPct val="100000"/>
                        </a:lnSpc>
                        <a:tabLst>
                          <a:tab pos="0" algn="l"/>
                        </a:tabLst>
                      </a:pPr>
                      <a:r>
                        <a:rPr lang="en-IN" sz="1400" b="0" u="none" strike="noStrike">
                          <a:solidFill>
                            <a:srgbClr val="000000"/>
                          </a:solidFill>
                          <a:effectLst/>
                          <a:uFillTx/>
                          <a:latin typeface="Calibri"/>
                        </a:rPr>
                        <a:t>IEEE Access, 2024 </a:t>
                      </a:r>
                      <a:endParaRPr lang="en-IN" sz="1400" b="0" u="none" strike="noStrike">
                        <a:solidFill>
                          <a:srgbClr val="000000"/>
                        </a:solidFill>
                        <a:effectLst/>
                        <a:uFillTx/>
                        <a:latin typeface="Arial"/>
                      </a:endParaRPr>
                    </a:p>
                  </a:txBody>
                  <a:tcPr anchor="ctr" marL="91440" marR="91440" marT="45720" marB="45720">
                    <a:lnL w="12240">
                      <a:solidFill>
                        <a:srgbClr val="4F81BD"/>
                      </a:solidFill>
                      <a:prstDash val="solid"/>
                    </a:lnL>
                    <a:lnR w="12240">
                      <a:solidFill>
                        <a:srgbClr val="4F81BD"/>
                      </a:solidFill>
                      <a:prstDash val="solid"/>
                    </a:lnR>
                    <a:lnT w="12240">
                      <a:solidFill>
                        <a:srgbClr val="4F81BD"/>
                      </a:solidFill>
                      <a:prstDash val="solid"/>
                    </a:lnT>
                    <a:lnB w="12240">
                      <a:solidFill>
                        <a:srgbClr val="4F81BD"/>
                      </a:solidFill>
                      <a:prstDash val="solid"/>
                    </a:lnB>
                    <a:noFill/>
                  </a:tcPr>
                </a:tc>
                <a:tc>
                  <a:txBody>
                    <a:bodyPr anchor="ctr">
                      <a:noAutofit/>
                    </a:bodyPr>
                    <a:p>
                      <a:pPr defTabSz="914400">
                        <a:lnSpc>
                          <a:spcPct val="100000"/>
                        </a:lnSpc>
                        <a:tabLst>
                          <a:tab pos="0" algn="l"/>
                        </a:tabLst>
                      </a:pPr>
                      <a:r>
                        <a:rPr lang="en-US" sz="1400" b="0" u="none" strike="noStrike">
                          <a:solidFill>
                            <a:srgbClr val="000000"/>
                          </a:solidFill>
                          <a:effectLst/>
                          <a:uFillTx/>
                          <a:latin typeface="Times New Roman"/>
                        </a:rPr>
                        <a:t>YOLO-based deep learning (YOLOv5 &amp; YOLOv7) with preprocessing (mask alignment) for tumor detection, segmentation, and classification</a:t>
                      </a:r>
                      <a:endParaRPr lang="en-IN" sz="1400" b="0" u="none" strike="noStrike">
                        <a:solidFill>
                          <a:srgbClr val="000000"/>
                        </a:solidFill>
                        <a:effectLst/>
                        <a:uFillTx/>
                        <a:latin typeface="Arial"/>
                      </a:endParaRPr>
                    </a:p>
                  </a:txBody>
                  <a:tcPr anchor="ctr" marL="91440" marR="91440" marT="45720" marB="45720">
                    <a:lnL w="12240">
                      <a:solidFill>
                        <a:srgbClr val="4F81BD"/>
                      </a:solidFill>
                      <a:prstDash val="solid"/>
                    </a:lnL>
                    <a:lnR w="12240">
                      <a:solidFill>
                        <a:srgbClr val="4F81BD"/>
                      </a:solidFill>
                      <a:prstDash val="solid"/>
                    </a:lnR>
                    <a:lnT w="12240">
                      <a:solidFill>
                        <a:srgbClr val="4F81BD"/>
                      </a:solidFill>
                      <a:prstDash val="solid"/>
                    </a:lnT>
                    <a:lnB w="12240">
                      <a:solidFill>
                        <a:srgbClr val="4F81BD"/>
                      </a:solidFill>
                      <a:prstDash val="solid"/>
                    </a:lnB>
                    <a:noFill/>
                  </a:tcPr>
                </a:tc>
                <a:tc>
                  <a:txBody>
                    <a:bodyPr anchor="ctr">
                      <a:noAutofit/>
                    </a:bodyPr>
                    <a:p>
                      <a:pPr defTabSz="914400">
                        <a:lnSpc>
                          <a:spcPct val="100000"/>
                        </a:lnSpc>
                        <a:tabLst>
                          <a:tab pos="0" algn="l"/>
                        </a:tabLst>
                      </a:pPr>
                      <a:r>
                        <a:rPr lang="en-US" sz="1400" b="0" u="none" strike="noStrike">
                          <a:solidFill>
                            <a:srgbClr val="000000"/>
                          </a:solidFill>
                          <a:effectLst/>
                          <a:uFillTx/>
                          <a:latin typeface="Times New Roman"/>
                        </a:rPr>
                        <a:t>High computational cost; relies on single dataset; lower performance for glioma class</a:t>
                      </a:r>
                      <a:endParaRPr lang="en-IN" sz="1400" b="0" u="none" strike="noStrike">
                        <a:solidFill>
                          <a:srgbClr val="000000"/>
                        </a:solidFill>
                        <a:effectLst/>
                        <a:uFillTx/>
                        <a:latin typeface="Arial"/>
                      </a:endParaRPr>
                    </a:p>
                  </a:txBody>
                  <a:tcPr anchor="ctr" marL="91440" marR="91440" marT="45720" marB="45720">
                    <a:lnL w="12240">
                      <a:solidFill>
                        <a:srgbClr val="4F81BD"/>
                      </a:solidFill>
                      <a:prstDash val="solid"/>
                    </a:lnL>
                    <a:lnR w="12240">
                      <a:solidFill>
                        <a:srgbClr val="4F81BD"/>
                      </a:solidFill>
                      <a:prstDash val="solid"/>
                    </a:lnR>
                    <a:lnT w="12240">
                      <a:solidFill>
                        <a:srgbClr val="4F81BD"/>
                      </a:solidFill>
                      <a:prstDash val="solid"/>
                    </a:lnT>
                    <a:lnB w="12240">
                      <a:solidFill>
                        <a:srgbClr val="4F81BD"/>
                      </a:solidFill>
                      <a:prstDash val="solid"/>
                    </a:lnB>
                    <a:noFill/>
                  </a:tcPr>
                </a:tc>
              </a:tr>
            </a:tbl>
          </a:graphicData>
        </a:graphic>
      </p:graphicFrame>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6" name="PlaceHolder 1"/>
          <p:cNvSpPr>
            <a:spLocks noGrp="1"/>
          </p:cNvSpPr>
          <p:nvPr>
            <p:ph type="title"/>
          </p:nvPr>
        </p:nvSpPr>
        <p:spPr>
          <a:xfrm>
            <a:off x="1555200" y="188280"/>
            <a:ext cx="9358560" cy="713160"/>
          </a:xfrm>
          <a:prstGeom prst="rect">
            <a:avLst/>
          </a:prstGeom>
          <a:noFill/>
          <a:ln w="28440">
            <a:solidFill>
              <a:srgbClr val="2D528F"/>
            </a:solidFill>
            <a:round/>
          </a:ln>
        </p:spPr>
        <p:txBody>
          <a:bodyPr lIns="0" tIns="141480" rIns="0" bIns="0" anchor="t">
            <a:spAutoFit/>
          </a:bodyPr>
          <a:p>
            <a:pPr indent="0" algn="ctr">
              <a:lnSpc>
                <a:spcPct val="100000"/>
              </a:lnSpc>
              <a:spcBef>
                <a:spcPts val="1114"/>
              </a:spcBef>
              <a:buNone/>
              <a:tabLst>
                <a:tab pos="0" algn="l"/>
              </a:tabLst>
            </a:pPr>
            <a:r>
              <a:rPr lang="en-IN" sz="3600" b="1" u="none" strike="noStrike">
                <a:solidFill>
                  <a:srgbClr val="C00000"/>
                </a:solidFill>
                <a:effectLst/>
                <a:uFillTx/>
                <a:latin typeface="Times New Roman"/>
              </a:rPr>
              <a:t>LITERATURE</a:t>
            </a:r>
            <a:r>
              <a:rPr lang="en-IN" sz="3600" b="1" u="none" spc="-14" strike="noStrike">
                <a:solidFill>
                  <a:srgbClr val="C00000"/>
                </a:solidFill>
                <a:effectLst/>
                <a:uFillTx/>
                <a:latin typeface="Times New Roman"/>
              </a:rPr>
              <a:t> </a:t>
            </a:r>
            <a:r>
              <a:rPr lang="en-IN" sz="3600" b="1" u="none" spc="-11" strike="noStrike">
                <a:solidFill>
                  <a:srgbClr val="C00000"/>
                </a:solidFill>
                <a:effectLst/>
                <a:uFillTx/>
                <a:latin typeface="Times New Roman"/>
              </a:rPr>
              <a:t>SURVEY</a:t>
            </a:r>
            <a:endParaRPr lang="en-IN" sz="3600" b="0" u="none" strike="noStrike">
              <a:solidFill>
                <a:srgbClr val="000000"/>
              </a:solidFill>
              <a:effectLst/>
              <a:uFillTx/>
              <a:latin typeface="Calibri"/>
            </a:endParaRPr>
          </a:p>
        </p:txBody>
      </p:sp>
      <p:grpSp>
        <p:nvGrpSpPr>
          <p:cNvPr id="77" name="object 3"/>
          <p:cNvGrpSpPr/>
          <p:nvPr/>
        </p:nvGrpSpPr>
        <p:grpSpPr>
          <a:xfrm>
            <a:off x="101520" y="84240"/>
            <a:ext cx="11941560" cy="6641280"/>
            <a:chOff x="101520" y="84240"/>
            <a:chExt cx="11941560" cy="6641280"/>
          </a:xfrm>
        </p:grpSpPr>
        <p:sp>
          <p:nvSpPr>
            <p:cNvPr id="78" name="object 4"/>
            <p:cNvSpPr/>
            <p:nvPr/>
          </p:nvSpPr>
          <p:spPr>
            <a:xfrm>
              <a:off x="101520" y="84240"/>
              <a:ext cx="11941560" cy="6641280"/>
            </a:xfrm>
            <a:custGeom>
              <a:avLst/>
              <a:gdLst>
                <a:gd name="textAreaLeft" fmla="*/ 0 w 11941560"/>
                <a:gd name="textAreaRight" fmla="*/ 11942280 w 11941560"/>
                <a:gd name="textAreaTop" fmla="*/ 0 h 6641280"/>
                <a:gd name="textAreaBottom" fmla="*/ 6642000 h 6641280"/>
              </a:gdLst>
              <a:ahLst/>
              <a:cxnLst/>
              <a:rect l="textAreaLeft" t="textAreaTop" r="textAreaRight" b="textAreaBottom"/>
              <a:pathLst>
                <a:path w="11942445" h="6642100">
                  <a:moveTo>
                    <a:pt x="0" y="6642100"/>
                  </a:moveTo>
                  <a:lnTo>
                    <a:pt x="11942064" y="6642100"/>
                  </a:lnTo>
                  <a:lnTo>
                    <a:pt x="11942064" y="0"/>
                  </a:lnTo>
                  <a:lnTo>
                    <a:pt x="0" y="0"/>
                  </a:lnTo>
                  <a:lnTo>
                    <a:pt x="0" y="6642100"/>
                  </a:lnTo>
                  <a:close/>
                </a:path>
              </a:pathLst>
            </a:custGeom>
            <a:noFill/>
            <a:ln w="28575">
              <a:solidFill>
                <a:srgbClr val="2D528F"/>
              </a:solidFill>
              <a:round/>
            </a:ln>
          </p:spPr>
          <p:style>
            <a:lnRef idx="0"/>
            <a:fillRef idx="0"/>
            <a:effectRef idx="0"/>
            <a:fontRef idx="minor"/>
          </p:style>
          <p:txBody>
            <a:bodyPr lIns="0" tIns="0" rIns="0" bIns="0" anchor="t">
              <a:noAutofit/>
            </a:bodyPr>
            <a:p>
              <a:endParaRPr lang="en-IN" sz="1800" b="0" u="none" strike="noStrike">
                <a:solidFill>
                  <a:srgbClr val="000000"/>
                </a:solidFill>
                <a:effectLst/>
                <a:uFillTx/>
                <a:latin typeface="Arial"/>
              </a:endParaRPr>
            </a:p>
          </p:txBody>
        </p:sp>
        <p:pic>
          <p:nvPicPr>
            <p:cNvPr id="79" name="object 5"/>
            <p:cNvPicPr/>
            <p:nvPr/>
          </p:nvPicPr>
          <p:blipFill>
            <a:blip r:embed="rId1"/>
            <a:stretch/>
          </p:blipFill>
          <p:spPr>
            <a:xfrm>
              <a:off x="385920" y="180720"/>
              <a:ext cx="744120" cy="863640"/>
            </a:xfrm>
            <a:prstGeom prst="rect">
              <a:avLst/>
            </a:prstGeom>
            <a:noFill/>
            <a:ln w="0">
              <a:noFill/>
            </a:ln>
          </p:spPr>
        </p:pic>
      </p:grpSp>
      <p:sp>
        <p:nvSpPr>
          <p:cNvPr id="80" name="PlaceHolder 2"/>
          <p:cNvSpPr>
            <a:spLocks noGrp="1"/>
          </p:cNvSpPr>
          <p:nvPr>
            <p:ph type="sldNum" idx="24"/>
          </p:nvPr>
        </p:nvSpPr>
        <p:spPr>
          <a:xfrm>
            <a:off x="11551680" y="6351840"/>
            <a:ext cx="537840" cy="352080"/>
          </a:xfrm>
          <a:prstGeom prst="rect">
            <a:avLst/>
          </a:prstGeom>
          <a:noFill/>
          <a:ln w="0">
            <a:noFill/>
          </a:ln>
        </p:spPr>
        <p:txBody>
          <a:bodyPr lIns="0" tIns="73800" rIns="0" bIns="0" anchor="t">
            <a:spAutoFit/>
          </a:bodyPr>
          <a:lstStyle>
            <a:lvl1pPr marL="298440" indent="0" algn="l">
              <a:lnSpc>
                <a:spcPct val="100000"/>
              </a:lnSpc>
              <a:spcBef>
                <a:spcPts val="11"/>
              </a:spcBef>
              <a:buNone/>
              <a:tabLst>
                <a:tab pos="0" algn="l"/>
              </a:tabLst>
              <a:defRPr lang="en-US" sz="1800" b="1" u="none" spc="-51" strike="noStrike">
                <a:solidFill>
                  <a:srgbClr val="2D5395"/>
                </a:solidFill>
                <a:effectLst/>
                <a:uFillTx/>
                <a:latin typeface="Cambria"/>
              </a:defRPr>
            </a:lvl1pPr>
          </a:lstStyle>
          <a:p>
            <a:pPr marL="298440" indent="0" algn="l">
              <a:lnSpc>
                <a:spcPct val="100000"/>
              </a:lnSpc>
              <a:spcBef>
                <a:spcPts val="11"/>
              </a:spcBef>
              <a:buNone/>
              <a:tabLst>
                <a:tab pos="0" algn="l"/>
              </a:tabLst>
            </a:pPr>
            <a:r>
              <a:rPr lang="en-US" sz="1800" b="1" u="none" spc="-51" strike="noStrike">
                <a:solidFill>
                  <a:srgbClr val="2D5395"/>
                </a:solidFill>
                <a:effectLst/>
                <a:uFillTx/>
                <a:latin typeface="Cambria"/>
              </a:rPr>
              <a:t>7</a:t>
            </a:r>
            <a:endParaRPr lang="en-IN" sz="1800" b="0" u="none" strike="noStrike">
              <a:solidFill>
                <a:srgbClr val="000000"/>
              </a:solidFill>
              <a:effectLst/>
              <a:uFillTx/>
              <a:latin typeface="Times New Roman"/>
            </a:endParaRPr>
          </a:p>
        </p:txBody>
      </p:sp>
      <p:graphicFrame>
        <p:nvGraphicFramePr>
          <p:cNvPr id="81" name="Table 5"/>
          <p:cNvGraphicFramePr/>
          <p:nvPr/>
        </p:nvGraphicFramePr>
        <p:xfrm>
          <a:off x="385920" y="1071000"/>
          <a:ext cx="11393640" cy="4599360"/>
        </p:xfrm>
        <a:graphic>
          <a:graphicData uri="http://schemas.openxmlformats.org/drawingml/2006/table">
            <a:tbl>
              <a:tblPr/>
              <a:tblGrid>
                <a:gridCol w="1899000"/>
                <a:gridCol w="1899000"/>
                <a:gridCol w="1899000"/>
                <a:gridCol w="1899000"/>
                <a:gridCol w="1899000"/>
                <a:gridCol w="1899000"/>
              </a:tblGrid>
              <a:tr h="1427040">
                <a:tc>
                  <a:txBody>
                    <a:bodyPr anchor="ctr">
                      <a:noAutofit/>
                    </a:bodyPr>
                    <a:p>
                      <a:pPr algn="ctr" defTabSz="914400">
                        <a:lnSpc>
                          <a:spcPct val="100000"/>
                        </a:lnSpc>
                        <a:tabLst>
                          <a:tab pos="0" algn="l"/>
                        </a:tabLst>
                      </a:pPr>
                      <a:r>
                        <a:rPr lang="en-IN" sz="1600" b="1" u="none" spc="-20" strike="noStrike">
                          <a:solidFill>
                            <a:srgbClr val="4F81BD"/>
                          </a:solidFill>
                          <a:effectLst/>
                          <a:uFillTx/>
                          <a:latin typeface="Times New Roman"/>
                        </a:rPr>
                        <a:t>Sl. no</a:t>
                      </a:r>
                      <a:endParaRPr lang="en-IN" sz="1600" b="0" u="none" strike="noStrike">
                        <a:solidFill>
                          <a:srgbClr val="000000"/>
                        </a:solidFill>
                        <a:effectLst/>
                        <a:uFillTx/>
                        <a:latin typeface="Arial"/>
                      </a:endParaRPr>
                    </a:p>
                    <a:p>
                      <a:pPr defTabSz="914400">
                        <a:lnSpc>
                          <a:spcPct val="100000"/>
                        </a:lnSpc>
                        <a:tabLst>
                          <a:tab pos="0" algn="l"/>
                        </a:tabLst>
                      </a:pPr>
                      <a:endParaRPr lang="en-IN" sz="1600" b="0" u="none" strike="noStrike">
                        <a:solidFill>
                          <a:srgbClr val="000000"/>
                        </a:solidFill>
                        <a:effectLst/>
                        <a:uFillTx/>
                        <a:latin typeface="Arial"/>
                      </a:endParaRPr>
                    </a:p>
                  </a:txBody>
                  <a:tcPr anchor="ctr" marL="91440" marR="91440" marT="45720" marB="45720">
                    <a:lnL w="12240">
                      <a:solidFill>
                        <a:srgbClr val="4F81BD"/>
                      </a:solidFill>
                      <a:prstDash val="solid"/>
                    </a:lnL>
                    <a:lnR w="12240">
                      <a:solidFill>
                        <a:srgbClr val="4F81BD"/>
                      </a:solidFill>
                      <a:prstDash val="solid"/>
                    </a:lnR>
                    <a:lnT w="12240">
                      <a:solidFill>
                        <a:srgbClr val="4F81BD"/>
                      </a:solidFill>
                      <a:prstDash val="solid"/>
                    </a:lnT>
                    <a:lnB w="12240">
                      <a:solidFill>
                        <a:srgbClr val="4F81BD"/>
                      </a:solidFill>
                      <a:prstDash val="solid"/>
                    </a:lnB>
                    <a:noFill/>
                  </a:tcPr>
                </a:tc>
                <a:tc>
                  <a:txBody>
                    <a:bodyPr anchor="ctr">
                      <a:noAutofit/>
                    </a:bodyPr>
                    <a:p>
                      <a:pPr algn="ctr" defTabSz="914400">
                        <a:lnSpc>
                          <a:spcPct val="100000"/>
                        </a:lnSpc>
                        <a:tabLst>
                          <a:tab pos="0" algn="l"/>
                        </a:tabLst>
                      </a:pPr>
                      <a:r>
                        <a:rPr lang="en-IN" sz="1600" b="1" u="none" strike="noStrike">
                          <a:solidFill>
                            <a:srgbClr val="4F81BD"/>
                          </a:solidFill>
                          <a:effectLst/>
                          <a:uFillTx/>
                          <a:latin typeface="Times New Roman"/>
                        </a:rPr>
                        <a:t>Title</a:t>
                      </a:r>
                      <a:r>
                        <a:rPr lang="en-IN" sz="1600" b="1" u="none" spc="-45" strike="noStrike">
                          <a:solidFill>
                            <a:srgbClr val="4F81BD"/>
                          </a:solidFill>
                          <a:effectLst/>
                          <a:uFillTx/>
                          <a:latin typeface="Times New Roman"/>
                        </a:rPr>
                        <a:t> </a:t>
                      </a:r>
                      <a:r>
                        <a:rPr lang="en-IN" sz="1600" b="1" u="none" strike="noStrike">
                          <a:solidFill>
                            <a:srgbClr val="4F81BD"/>
                          </a:solidFill>
                          <a:effectLst/>
                          <a:uFillTx/>
                          <a:latin typeface="Times New Roman"/>
                        </a:rPr>
                        <a:t>of</a:t>
                      </a:r>
                      <a:r>
                        <a:rPr lang="en-IN" sz="1600" b="1" u="none" spc="-6" strike="noStrike">
                          <a:solidFill>
                            <a:srgbClr val="4F81BD"/>
                          </a:solidFill>
                          <a:effectLst/>
                          <a:uFillTx/>
                          <a:latin typeface="Times New Roman"/>
                        </a:rPr>
                        <a:t> </a:t>
                      </a:r>
                      <a:r>
                        <a:rPr lang="en-IN" sz="1600" b="1" u="none" spc="-26" strike="noStrike">
                          <a:solidFill>
                            <a:srgbClr val="4F81BD"/>
                          </a:solidFill>
                          <a:effectLst/>
                          <a:uFillTx/>
                          <a:latin typeface="Times New Roman"/>
                        </a:rPr>
                        <a:t>the </a:t>
                      </a:r>
                      <a:r>
                        <a:rPr lang="en-IN" sz="1600" b="1" u="none" spc="-11" strike="noStrike">
                          <a:solidFill>
                            <a:srgbClr val="4F81BD"/>
                          </a:solidFill>
                          <a:effectLst/>
                          <a:uFillTx/>
                          <a:latin typeface="Times New Roman"/>
                        </a:rPr>
                        <a:t>paper</a:t>
                      </a:r>
                      <a:endParaRPr lang="en-IN" sz="1600" b="0" u="none" strike="noStrike">
                        <a:solidFill>
                          <a:srgbClr val="000000"/>
                        </a:solidFill>
                        <a:effectLst/>
                        <a:uFillTx/>
                        <a:latin typeface="Arial"/>
                      </a:endParaRPr>
                    </a:p>
                    <a:p>
                      <a:pPr defTabSz="914400">
                        <a:lnSpc>
                          <a:spcPct val="100000"/>
                        </a:lnSpc>
                        <a:tabLst>
                          <a:tab pos="0" algn="l"/>
                        </a:tabLst>
                      </a:pPr>
                      <a:endParaRPr lang="en-IN" sz="1600" b="0" u="none" strike="noStrike">
                        <a:solidFill>
                          <a:srgbClr val="000000"/>
                        </a:solidFill>
                        <a:effectLst/>
                        <a:uFillTx/>
                        <a:latin typeface="Arial"/>
                      </a:endParaRPr>
                    </a:p>
                  </a:txBody>
                  <a:tcPr anchor="ctr" marL="91440" marR="91440" marT="45720" marB="45720">
                    <a:lnL w="12240">
                      <a:solidFill>
                        <a:srgbClr val="4F81BD"/>
                      </a:solidFill>
                      <a:prstDash val="solid"/>
                    </a:lnL>
                    <a:lnR w="12240">
                      <a:solidFill>
                        <a:srgbClr val="4F81BD"/>
                      </a:solidFill>
                      <a:prstDash val="solid"/>
                    </a:lnR>
                    <a:lnT w="12240">
                      <a:solidFill>
                        <a:srgbClr val="4F81BD"/>
                      </a:solidFill>
                      <a:prstDash val="solid"/>
                    </a:lnT>
                    <a:lnB w="12240">
                      <a:solidFill>
                        <a:srgbClr val="4F81BD"/>
                      </a:solidFill>
                      <a:prstDash val="solid"/>
                    </a:lnB>
                    <a:noFill/>
                  </a:tcPr>
                </a:tc>
                <a:tc>
                  <a:txBody>
                    <a:bodyPr anchor="ctr">
                      <a:noAutofit/>
                    </a:bodyPr>
                    <a:p>
                      <a:pPr algn="ctr" defTabSz="914400">
                        <a:lnSpc>
                          <a:spcPct val="100000"/>
                        </a:lnSpc>
                        <a:tabLst>
                          <a:tab pos="0" algn="l"/>
                        </a:tabLst>
                      </a:pPr>
                      <a:r>
                        <a:rPr lang="en-IN" sz="1600" b="1" u="none" spc="-11" strike="noStrike">
                          <a:solidFill>
                            <a:srgbClr val="4F81BD"/>
                          </a:solidFill>
                          <a:effectLst/>
                          <a:uFillTx/>
                          <a:latin typeface="Times New Roman"/>
                        </a:rPr>
                        <a:t>Author</a:t>
                      </a:r>
                      <a:endParaRPr lang="en-IN" sz="1600" b="0" u="none" strike="noStrike">
                        <a:solidFill>
                          <a:srgbClr val="000000"/>
                        </a:solidFill>
                        <a:effectLst/>
                        <a:uFillTx/>
                        <a:latin typeface="Arial"/>
                      </a:endParaRPr>
                    </a:p>
                    <a:p>
                      <a:pPr defTabSz="914400">
                        <a:lnSpc>
                          <a:spcPct val="100000"/>
                        </a:lnSpc>
                        <a:tabLst>
                          <a:tab pos="0" algn="l"/>
                        </a:tabLst>
                      </a:pPr>
                      <a:endParaRPr lang="en-IN" sz="1600" b="0" u="none" strike="noStrike">
                        <a:solidFill>
                          <a:srgbClr val="000000"/>
                        </a:solidFill>
                        <a:effectLst/>
                        <a:uFillTx/>
                        <a:latin typeface="Arial"/>
                      </a:endParaRPr>
                    </a:p>
                  </a:txBody>
                  <a:tcPr anchor="ctr" marL="91440" marR="91440" marT="45720" marB="45720">
                    <a:lnL w="12240">
                      <a:solidFill>
                        <a:srgbClr val="4F81BD"/>
                      </a:solidFill>
                      <a:prstDash val="solid"/>
                    </a:lnL>
                    <a:lnR w="12240">
                      <a:solidFill>
                        <a:srgbClr val="4F81BD"/>
                      </a:solidFill>
                      <a:prstDash val="solid"/>
                    </a:lnR>
                    <a:lnT w="12240">
                      <a:solidFill>
                        <a:srgbClr val="4F81BD"/>
                      </a:solidFill>
                      <a:prstDash val="solid"/>
                    </a:lnT>
                    <a:lnB w="12240">
                      <a:solidFill>
                        <a:srgbClr val="4F81BD"/>
                      </a:solidFill>
                      <a:prstDash val="solid"/>
                    </a:lnB>
                    <a:noFill/>
                  </a:tcPr>
                </a:tc>
                <a:tc>
                  <a:txBody>
                    <a:bodyPr anchor="ctr">
                      <a:noAutofit/>
                    </a:bodyPr>
                    <a:p>
                      <a:pPr algn="ctr" defTabSz="914400">
                        <a:lnSpc>
                          <a:spcPct val="100000"/>
                        </a:lnSpc>
                        <a:tabLst>
                          <a:tab pos="0" algn="l"/>
                        </a:tabLst>
                      </a:pPr>
                      <a:r>
                        <a:rPr lang="en-US" sz="1600" b="1" u="none" spc="-11" strike="noStrike">
                          <a:solidFill>
                            <a:srgbClr val="4F81BD"/>
                          </a:solidFill>
                          <a:effectLst/>
                          <a:uFillTx/>
                          <a:latin typeface="Times New Roman"/>
                        </a:rPr>
                        <a:t>Name of the Journal and Publication </a:t>
                      </a:r>
                      <a:r>
                        <a:rPr lang="en-US" sz="1600" b="1" u="none" strike="noStrike">
                          <a:solidFill>
                            <a:srgbClr val="4F81BD"/>
                          </a:solidFill>
                          <a:effectLst/>
                          <a:uFillTx/>
                          <a:latin typeface="Times New Roman"/>
                        </a:rPr>
                        <a:t>Year</a:t>
                      </a:r>
                      <a:endParaRPr lang="en-IN" sz="1600" b="0" u="none" strike="noStrike">
                        <a:solidFill>
                          <a:srgbClr val="000000"/>
                        </a:solidFill>
                        <a:effectLst/>
                        <a:uFillTx/>
                        <a:latin typeface="Arial"/>
                      </a:endParaRPr>
                    </a:p>
                  </a:txBody>
                  <a:tcPr anchor="ctr" marL="91440" marR="91440" marT="45720" marB="45720">
                    <a:lnL w="12240">
                      <a:solidFill>
                        <a:srgbClr val="4F81BD"/>
                      </a:solidFill>
                      <a:prstDash val="solid"/>
                    </a:lnL>
                    <a:lnR w="12240">
                      <a:solidFill>
                        <a:srgbClr val="4F81BD"/>
                      </a:solidFill>
                      <a:prstDash val="solid"/>
                    </a:lnR>
                    <a:lnT w="12240">
                      <a:solidFill>
                        <a:srgbClr val="4F81BD"/>
                      </a:solidFill>
                      <a:prstDash val="solid"/>
                    </a:lnT>
                    <a:lnB w="12240">
                      <a:solidFill>
                        <a:srgbClr val="4F81BD"/>
                      </a:solidFill>
                      <a:prstDash val="solid"/>
                    </a:lnB>
                    <a:noFill/>
                  </a:tcPr>
                </a:tc>
                <a:tc>
                  <a:txBody>
                    <a:bodyPr anchor="ctr">
                      <a:noAutofit/>
                    </a:bodyPr>
                    <a:p>
                      <a:pPr algn="ctr" defTabSz="914400">
                        <a:lnSpc>
                          <a:spcPct val="100000"/>
                        </a:lnSpc>
                        <a:tabLst>
                          <a:tab pos="0" algn="l"/>
                        </a:tabLst>
                      </a:pPr>
                      <a:r>
                        <a:rPr lang="en-IN" sz="1600" b="1" u="none" spc="-11" strike="noStrike">
                          <a:solidFill>
                            <a:srgbClr val="4F81BD"/>
                          </a:solidFill>
                          <a:effectLst/>
                          <a:uFillTx/>
                          <a:latin typeface="Times New Roman"/>
                        </a:rPr>
                        <a:t>Methodology</a:t>
                      </a:r>
                      <a:endParaRPr lang="en-IN" sz="1600" b="0" u="none" strike="noStrike">
                        <a:solidFill>
                          <a:srgbClr val="000000"/>
                        </a:solidFill>
                        <a:effectLst/>
                        <a:uFillTx/>
                        <a:latin typeface="Arial"/>
                      </a:endParaRPr>
                    </a:p>
                    <a:p>
                      <a:pPr defTabSz="914400">
                        <a:lnSpc>
                          <a:spcPct val="100000"/>
                        </a:lnSpc>
                        <a:tabLst>
                          <a:tab pos="0" algn="l"/>
                        </a:tabLst>
                      </a:pPr>
                      <a:endParaRPr lang="en-IN" sz="1600" b="0" u="none" strike="noStrike">
                        <a:solidFill>
                          <a:srgbClr val="000000"/>
                        </a:solidFill>
                        <a:effectLst/>
                        <a:uFillTx/>
                        <a:latin typeface="Arial"/>
                      </a:endParaRPr>
                    </a:p>
                  </a:txBody>
                  <a:tcPr anchor="ctr" marL="91440" marR="91440" marT="45720" marB="45720">
                    <a:lnL w="12240">
                      <a:solidFill>
                        <a:srgbClr val="4F81BD"/>
                      </a:solidFill>
                      <a:prstDash val="solid"/>
                    </a:lnL>
                    <a:lnR w="12240">
                      <a:solidFill>
                        <a:srgbClr val="4F81BD"/>
                      </a:solidFill>
                      <a:prstDash val="solid"/>
                    </a:lnR>
                    <a:lnT w="12240">
                      <a:solidFill>
                        <a:srgbClr val="4F81BD"/>
                      </a:solidFill>
                      <a:prstDash val="solid"/>
                    </a:lnT>
                    <a:lnB w="12240">
                      <a:solidFill>
                        <a:srgbClr val="4F81BD"/>
                      </a:solidFill>
                      <a:prstDash val="solid"/>
                    </a:lnB>
                    <a:noFill/>
                  </a:tcPr>
                </a:tc>
                <a:tc>
                  <a:txBody>
                    <a:bodyPr anchor="ctr">
                      <a:noAutofit/>
                    </a:bodyPr>
                    <a:p>
                      <a:pPr algn="ctr" defTabSz="914400">
                        <a:lnSpc>
                          <a:spcPct val="100000"/>
                        </a:lnSpc>
                        <a:tabLst>
                          <a:tab pos="0" algn="l"/>
                        </a:tabLst>
                      </a:pPr>
                      <a:r>
                        <a:rPr lang="en-US" sz="1600" b="1" u="none" spc="-11" strike="noStrike">
                          <a:solidFill>
                            <a:srgbClr val="4F81BD"/>
                          </a:solidFill>
                          <a:effectLst/>
                          <a:uFillTx/>
                          <a:latin typeface="Times New Roman"/>
                        </a:rPr>
                        <a:t>Drawback</a:t>
                      </a:r>
                      <a:endParaRPr lang="en-IN" sz="1600" b="0" u="none" strike="noStrike">
                        <a:solidFill>
                          <a:srgbClr val="000000"/>
                        </a:solidFill>
                        <a:effectLst/>
                        <a:uFillTx/>
                        <a:latin typeface="Arial"/>
                      </a:endParaRPr>
                    </a:p>
                    <a:p>
                      <a:pPr defTabSz="914400">
                        <a:lnSpc>
                          <a:spcPct val="100000"/>
                        </a:lnSpc>
                        <a:tabLst>
                          <a:tab pos="0" algn="l"/>
                        </a:tabLst>
                      </a:pPr>
                      <a:endParaRPr lang="en-IN" sz="1600" b="0" u="none" strike="noStrike">
                        <a:solidFill>
                          <a:srgbClr val="000000"/>
                        </a:solidFill>
                        <a:effectLst/>
                        <a:uFillTx/>
                        <a:latin typeface="Arial"/>
                      </a:endParaRPr>
                    </a:p>
                  </a:txBody>
                  <a:tcPr anchor="ctr" marL="91440" marR="91440" marT="45720" marB="45720">
                    <a:lnL w="12240">
                      <a:solidFill>
                        <a:srgbClr val="4F81BD"/>
                      </a:solidFill>
                      <a:prstDash val="solid"/>
                    </a:lnL>
                    <a:lnR w="12240">
                      <a:solidFill>
                        <a:srgbClr val="4F81BD"/>
                      </a:solidFill>
                      <a:prstDash val="solid"/>
                    </a:lnR>
                    <a:lnT w="12240">
                      <a:solidFill>
                        <a:srgbClr val="4F81BD"/>
                      </a:solidFill>
                      <a:prstDash val="solid"/>
                    </a:lnT>
                    <a:lnB w="12240">
                      <a:solidFill>
                        <a:srgbClr val="4F81BD"/>
                      </a:solidFill>
                      <a:prstDash val="solid"/>
                    </a:lnB>
                    <a:noFill/>
                  </a:tcPr>
                </a:tc>
              </a:tr>
              <a:tr h="506160">
                <a:tc>
                  <a:txBody>
                    <a:bodyPr anchor="ctr">
                      <a:noAutofit/>
                    </a:bodyPr>
                    <a:p>
                      <a:pPr algn="ctr" defTabSz="914400">
                        <a:lnSpc>
                          <a:spcPct val="100000"/>
                        </a:lnSpc>
                        <a:tabLst>
                          <a:tab pos="0" algn="l"/>
                        </a:tabLst>
                      </a:pPr>
                      <a:r>
                        <a:rPr lang="en-US" sz="1400" b="0" u="none" strike="noStrike">
                          <a:solidFill>
                            <a:srgbClr val="000000"/>
                          </a:solidFill>
                          <a:effectLst/>
                          <a:uFillTx/>
                          <a:latin typeface="Times New Roman"/>
                        </a:rPr>
                        <a:t>8</a:t>
                      </a:r>
                      <a:endParaRPr lang="en-IN" sz="1400" b="0" u="none" strike="noStrike">
                        <a:solidFill>
                          <a:srgbClr val="FFFFFF"/>
                        </a:solidFill>
                        <a:effectLst/>
                        <a:uFillTx/>
                        <a:latin typeface="Arial"/>
                      </a:endParaRPr>
                    </a:p>
                    <a:p>
                      <a:pPr defTabSz="914400">
                        <a:lnSpc>
                          <a:spcPct val="100000"/>
                        </a:lnSpc>
                        <a:tabLst>
                          <a:tab pos="0" algn="l"/>
                        </a:tabLst>
                      </a:pPr>
                      <a:endParaRPr lang="en-IN" sz="1400" b="0" u="none" strike="noStrike">
                        <a:solidFill>
                          <a:srgbClr val="FFFFFF"/>
                        </a:solidFill>
                        <a:effectLst/>
                        <a:uFillTx/>
                        <a:latin typeface="Arial"/>
                      </a:endParaRPr>
                    </a:p>
                  </a:txBody>
                  <a:tcPr anchor="ctr" marL="91440" marR="91440" marT="45720" marB="45720">
                    <a:lnL w="12240">
                      <a:solidFill>
                        <a:srgbClr val="4F81BD"/>
                      </a:solidFill>
                      <a:prstDash val="solid"/>
                    </a:lnL>
                    <a:lnR w="12240">
                      <a:solidFill>
                        <a:srgbClr val="4F81BD"/>
                      </a:solidFill>
                      <a:prstDash val="solid"/>
                    </a:lnR>
                    <a:lnT w="12240">
                      <a:solidFill>
                        <a:srgbClr val="4F81BD"/>
                      </a:solidFill>
                      <a:prstDash val="solid"/>
                    </a:lnT>
                    <a:lnB w="12240">
                      <a:solidFill>
                        <a:srgbClr val="4F81BD"/>
                      </a:solidFill>
                      <a:prstDash val="solid"/>
                    </a:lnB>
                    <a:solidFill>
                      <a:srgbClr val="4F81BD">
                        <a:alpha val="20000"/>
                      </a:srgbClr>
                    </a:solidFill>
                  </a:tcPr>
                </a:tc>
                <a:tc>
                  <a:txBody>
                    <a:bodyPr anchor="ctr">
                      <a:noAutofit/>
                    </a:bodyPr>
                    <a:p>
                      <a:pPr defTabSz="914400">
                        <a:lnSpc>
                          <a:spcPct val="100000"/>
                        </a:lnSpc>
                        <a:tabLst>
                          <a:tab pos="0" algn="l"/>
                        </a:tabLst>
                      </a:pPr>
                      <a:r>
                        <a:rPr lang="en-US" sz="1400" b="0" u="none" strike="noStrike">
                          <a:solidFill>
                            <a:schemeClr val="dk1"/>
                          </a:solidFill>
                          <a:effectLst/>
                          <a:uFillTx/>
                          <a:latin typeface="Times New Roman"/>
                        </a:rPr>
                        <a:t>A Hybrid Approach to Brain Tumor Detection Using Deep Learning and Explainable AI</a:t>
                      </a:r>
                      <a:endParaRPr lang="en-IN" sz="1400" b="0" u="none" strike="noStrike">
                        <a:solidFill>
                          <a:srgbClr val="FFFFFF"/>
                        </a:solidFill>
                        <a:effectLst/>
                        <a:uFillTx/>
                        <a:latin typeface="Arial"/>
                      </a:endParaRPr>
                    </a:p>
                  </a:txBody>
                  <a:tcPr anchor="ctr" marL="91440" marR="91440" marT="45720" marB="45720">
                    <a:lnL w="12240">
                      <a:solidFill>
                        <a:srgbClr val="4F81BD"/>
                      </a:solidFill>
                      <a:prstDash val="solid"/>
                    </a:lnL>
                    <a:lnR w="12240">
                      <a:solidFill>
                        <a:srgbClr val="4F81BD"/>
                      </a:solidFill>
                      <a:prstDash val="solid"/>
                    </a:lnR>
                    <a:lnT w="12240">
                      <a:solidFill>
                        <a:srgbClr val="4F81BD"/>
                      </a:solidFill>
                      <a:prstDash val="solid"/>
                    </a:lnT>
                    <a:lnB w="12240">
                      <a:solidFill>
                        <a:srgbClr val="4F81BD"/>
                      </a:solidFill>
                      <a:prstDash val="solid"/>
                    </a:lnB>
                    <a:solidFill>
                      <a:srgbClr val="4F81BD">
                        <a:alpha val="20000"/>
                      </a:srgbClr>
                    </a:solidFill>
                  </a:tcPr>
                </a:tc>
                <a:tc>
                  <a:txBody>
                    <a:bodyPr anchor="ctr">
                      <a:noAutofit/>
                    </a:bodyPr>
                    <a:p>
                      <a:pPr>
                        <a:lnSpc>
                          <a:spcPct val="100000"/>
                        </a:lnSpc>
                      </a:pPr>
                      <a:r>
                        <a:rPr lang="fi-FI" sz="1400" b="0" u="none" strike="noStrike">
                          <a:solidFill>
                            <a:schemeClr val="dk1"/>
                          </a:solidFill>
                          <a:effectLst/>
                          <a:uFillTx/>
                          <a:latin typeface="Times New Roman"/>
                        </a:rPr>
                        <a:t>Saurav Kundu, Maruf Hasan, Suman Saha</a:t>
                      </a:r>
                      <a:endParaRPr lang="en-IN" sz="1400" b="0" u="none" strike="noStrike">
                        <a:solidFill>
                          <a:srgbClr val="FFFFFF"/>
                        </a:solidFill>
                        <a:effectLst/>
                        <a:uFillTx/>
                        <a:latin typeface="Arial"/>
                      </a:endParaRPr>
                    </a:p>
                  </a:txBody>
                  <a:tcPr anchor="ctr" marL="91440" marR="91440" marT="45720" marB="45720">
                    <a:lnL w="12240">
                      <a:solidFill>
                        <a:srgbClr val="4F81BD"/>
                      </a:solidFill>
                      <a:prstDash val="solid"/>
                    </a:lnL>
                    <a:lnR w="12240">
                      <a:solidFill>
                        <a:srgbClr val="4F81BD"/>
                      </a:solidFill>
                      <a:prstDash val="solid"/>
                    </a:lnR>
                    <a:lnT w="12240">
                      <a:solidFill>
                        <a:srgbClr val="4F81BD"/>
                      </a:solidFill>
                      <a:prstDash val="solid"/>
                    </a:lnT>
                    <a:lnB w="12240">
                      <a:solidFill>
                        <a:srgbClr val="4F81BD"/>
                      </a:solidFill>
                      <a:prstDash val="solid"/>
                    </a:lnB>
                    <a:solidFill>
                      <a:srgbClr val="4F81BD">
                        <a:alpha val="20000"/>
                      </a:srgbClr>
                    </a:solidFill>
                  </a:tcPr>
                </a:tc>
                <a:tc>
                  <a:txBody>
                    <a:bodyPr anchor="ctr">
                      <a:noAutofit/>
                    </a:bodyPr>
                    <a:p>
                      <a:pPr>
                        <a:lnSpc>
                          <a:spcPct val="100000"/>
                        </a:lnSpc>
                      </a:pPr>
                      <a:r>
                        <a:rPr lang="en-US" sz="1400" b="0" u="none" strike="noStrike">
                          <a:solidFill>
                            <a:srgbClr val="000000"/>
                          </a:solidFill>
                          <a:effectLst/>
                          <a:uFillTx/>
                          <a:latin typeface="Times New Roman"/>
                        </a:rPr>
                        <a:t>2025 International Conference on Quantum Photonics, Artificial Intelligence, and Networking (QPAIN), 2025</a:t>
                      </a:r>
                      <a:endParaRPr lang="en-IN" sz="1400" b="0" u="none" strike="noStrike">
                        <a:solidFill>
                          <a:srgbClr val="FFFFFF"/>
                        </a:solidFill>
                        <a:effectLst/>
                        <a:uFillTx/>
                        <a:latin typeface="Arial"/>
                      </a:endParaRPr>
                    </a:p>
                  </a:txBody>
                  <a:tcPr anchor="ctr" marL="91440" marR="91440" marT="45720" marB="45720">
                    <a:lnL w="12240">
                      <a:solidFill>
                        <a:srgbClr val="4F81BD"/>
                      </a:solidFill>
                      <a:prstDash val="solid"/>
                    </a:lnL>
                    <a:lnR w="12240">
                      <a:solidFill>
                        <a:srgbClr val="4F81BD"/>
                      </a:solidFill>
                      <a:prstDash val="solid"/>
                    </a:lnR>
                    <a:lnT w="12240">
                      <a:solidFill>
                        <a:srgbClr val="4F81BD"/>
                      </a:solidFill>
                      <a:prstDash val="solid"/>
                    </a:lnT>
                    <a:lnB w="12240">
                      <a:solidFill>
                        <a:srgbClr val="4F81BD"/>
                      </a:solidFill>
                      <a:prstDash val="solid"/>
                    </a:lnB>
                    <a:solidFill>
                      <a:srgbClr val="4F81BD">
                        <a:alpha val="20000"/>
                      </a:srgbClr>
                    </a:solidFill>
                  </a:tcPr>
                </a:tc>
                <a:tc>
                  <a:txBody>
                    <a:bodyPr anchor="ctr">
                      <a:noAutofit/>
                    </a:bodyPr>
                    <a:p>
                      <a:pPr>
                        <a:lnSpc>
                          <a:spcPct val="100000"/>
                        </a:lnSpc>
                      </a:pPr>
                      <a:r>
                        <a:rPr lang="en-IN" sz="1400" b="0" u="none" strike="noStrike">
                          <a:solidFill>
                            <a:srgbClr val="000000"/>
                          </a:solidFill>
                          <a:effectLst/>
                          <a:uFillTx/>
                          <a:latin typeface="Times New Roman"/>
                        </a:rPr>
                        <a:t>Hybrid deep learning with feature extraction and Explainable AI (LIME, Grad-CAM, Integrated Gradients) for MRI tumor classification</a:t>
                      </a:r>
                      <a:endParaRPr lang="en-IN" sz="1400" b="0" u="none" strike="noStrike">
                        <a:solidFill>
                          <a:srgbClr val="FFFFFF"/>
                        </a:solidFill>
                        <a:effectLst/>
                        <a:uFillTx/>
                        <a:latin typeface="Arial"/>
                      </a:endParaRPr>
                    </a:p>
                  </a:txBody>
                  <a:tcPr anchor="ctr" marL="91440" marR="91440" marT="45720" marB="45720">
                    <a:lnL w="12240">
                      <a:solidFill>
                        <a:srgbClr val="4F81BD"/>
                      </a:solidFill>
                      <a:prstDash val="solid"/>
                    </a:lnL>
                    <a:lnR w="12240">
                      <a:solidFill>
                        <a:srgbClr val="4F81BD"/>
                      </a:solidFill>
                      <a:prstDash val="solid"/>
                    </a:lnR>
                    <a:lnT w="12240">
                      <a:solidFill>
                        <a:srgbClr val="4F81BD"/>
                      </a:solidFill>
                      <a:prstDash val="solid"/>
                    </a:lnT>
                    <a:lnB w="12240">
                      <a:solidFill>
                        <a:srgbClr val="4F81BD"/>
                      </a:solidFill>
                      <a:prstDash val="solid"/>
                    </a:lnB>
                    <a:solidFill>
                      <a:srgbClr val="4F81BD">
                        <a:alpha val="20000"/>
                      </a:srgbClr>
                    </a:solidFill>
                  </a:tcPr>
                </a:tc>
                <a:tc>
                  <a:txBody>
                    <a:bodyPr anchor="ctr">
                      <a:noAutofit/>
                    </a:bodyPr>
                    <a:p>
                      <a:pPr>
                        <a:lnSpc>
                          <a:spcPct val="100000"/>
                        </a:lnSpc>
                      </a:pPr>
                      <a:r>
                        <a:rPr lang="en-US" sz="1400" b="0" u="none" strike="noStrike">
                          <a:solidFill>
                            <a:schemeClr val="dk1"/>
                          </a:solidFill>
                          <a:effectLst/>
                          <a:uFillTx/>
                          <a:latin typeface="Times New Roman"/>
                        </a:rPr>
                        <a:t>High model complexity; requires multiple pretrained models; computationally intensive</a:t>
                      </a:r>
                      <a:endParaRPr lang="en-IN" sz="1400" b="0" u="none" strike="noStrike">
                        <a:solidFill>
                          <a:srgbClr val="FFFFFF"/>
                        </a:solidFill>
                        <a:effectLst/>
                        <a:uFillTx/>
                        <a:latin typeface="Arial"/>
                      </a:endParaRPr>
                    </a:p>
                  </a:txBody>
                  <a:tcPr anchor="ctr" marL="91440" marR="91440" marT="45720" marB="45720">
                    <a:lnL w="12240">
                      <a:solidFill>
                        <a:srgbClr val="4F81BD"/>
                      </a:solidFill>
                      <a:prstDash val="solid"/>
                    </a:lnL>
                    <a:lnR w="12240">
                      <a:solidFill>
                        <a:srgbClr val="4F81BD"/>
                      </a:solidFill>
                      <a:prstDash val="solid"/>
                    </a:lnR>
                    <a:lnT w="12240">
                      <a:solidFill>
                        <a:srgbClr val="4F81BD"/>
                      </a:solidFill>
                      <a:prstDash val="solid"/>
                    </a:lnT>
                    <a:lnB w="12240">
                      <a:solidFill>
                        <a:srgbClr val="4F81BD"/>
                      </a:solidFill>
                      <a:prstDash val="solid"/>
                    </a:lnB>
                    <a:solidFill>
                      <a:srgbClr val="4F81BD">
                        <a:alpha val="20000"/>
                      </a:srgbClr>
                    </a:solidFill>
                  </a:tcPr>
                </a:tc>
              </a:tr>
              <a:tr h="947520">
                <a:tc>
                  <a:txBody>
                    <a:bodyPr anchor="ctr">
                      <a:noAutofit/>
                    </a:bodyPr>
                    <a:p>
                      <a:pPr algn="ctr" defTabSz="914400">
                        <a:lnSpc>
                          <a:spcPct val="100000"/>
                        </a:lnSpc>
                        <a:tabLst>
                          <a:tab pos="0" algn="l"/>
                        </a:tabLst>
                      </a:pPr>
                      <a:r>
                        <a:rPr lang="en-US" sz="1400" b="0" u="none" strike="noStrike">
                          <a:solidFill>
                            <a:srgbClr val="000000"/>
                          </a:solidFill>
                          <a:effectLst/>
                          <a:uFillTx/>
                          <a:latin typeface="Times New Roman"/>
                        </a:rPr>
                        <a:t>9</a:t>
                      </a:r>
                      <a:endParaRPr lang="en-IN" sz="1400" b="0" u="none" strike="noStrike">
                        <a:solidFill>
                          <a:srgbClr val="000000"/>
                        </a:solidFill>
                        <a:effectLst/>
                        <a:uFillTx/>
                        <a:latin typeface="Arial"/>
                      </a:endParaRPr>
                    </a:p>
                  </a:txBody>
                  <a:tcPr anchor="ctr" marL="91440" marR="91440" marT="45720" marB="45720">
                    <a:lnL w="12240">
                      <a:solidFill>
                        <a:srgbClr val="4F81BD"/>
                      </a:solidFill>
                      <a:prstDash val="solid"/>
                    </a:lnL>
                    <a:lnR w="12240">
                      <a:solidFill>
                        <a:srgbClr val="4F81BD"/>
                      </a:solidFill>
                      <a:prstDash val="solid"/>
                    </a:lnR>
                    <a:lnT w="12240">
                      <a:solidFill>
                        <a:srgbClr val="4F81BD"/>
                      </a:solidFill>
                      <a:prstDash val="solid"/>
                    </a:lnT>
                    <a:lnB w="12240">
                      <a:solidFill>
                        <a:srgbClr val="4F81BD"/>
                      </a:solidFill>
                      <a:prstDash val="solid"/>
                    </a:lnB>
                    <a:noFill/>
                  </a:tcPr>
                </a:tc>
                <a:tc>
                  <a:txBody>
                    <a:bodyPr anchor="ctr">
                      <a:noAutofit/>
                    </a:bodyPr>
                    <a:p>
                      <a:pPr defTabSz="914400">
                        <a:lnSpc>
                          <a:spcPct val="100000"/>
                        </a:lnSpc>
                        <a:tabLst>
                          <a:tab pos="0" algn="l"/>
                        </a:tabLst>
                      </a:pPr>
                      <a:r>
                        <a:rPr lang="en-US" sz="1400" b="0" u="none" spc="-6" strike="noStrike">
                          <a:solidFill>
                            <a:schemeClr val="dk1"/>
                          </a:solidFill>
                          <a:effectLst/>
                          <a:uFillTx/>
                          <a:latin typeface="Times New Roman"/>
                        </a:rPr>
                        <a:t>Brain Tumor Detection Using AI and Machine Learning: A Comparative Analysis of Models and Explainable AI Integration</a:t>
                      </a:r>
                      <a:endParaRPr lang="en-IN" sz="1400" b="0" u="none" strike="noStrike">
                        <a:solidFill>
                          <a:srgbClr val="000000"/>
                        </a:solidFill>
                        <a:effectLst/>
                        <a:uFillTx/>
                        <a:latin typeface="Arial"/>
                      </a:endParaRPr>
                    </a:p>
                  </a:txBody>
                  <a:tcPr anchor="ctr" marL="91440" marR="91440" marT="45720" marB="45720">
                    <a:lnL w="12240">
                      <a:solidFill>
                        <a:srgbClr val="4F81BD"/>
                      </a:solidFill>
                      <a:prstDash val="solid"/>
                    </a:lnL>
                    <a:lnR w="12240">
                      <a:solidFill>
                        <a:srgbClr val="4F81BD"/>
                      </a:solidFill>
                      <a:prstDash val="solid"/>
                    </a:lnR>
                    <a:lnT w="12240">
                      <a:solidFill>
                        <a:srgbClr val="4F81BD"/>
                      </a:solidFill>
                      <a:prstDash val="solid"/>
                    </a:lnT>
                    <a:lnB w="12240">
                      <a:solidFill>
                        <a:srgbClr val="4F81BD"/>
                      </a:solidFill>
                      <a:prstDash val="solid"/>
                    </a:lnB>
                    <a:noFill/>
                  </a:tcPr>
                </a:tc>
                <a:tc>
                  <a:txBody>
                    <a:bodyPr anchor="ctr">
                      <a:noAutofit/>
                    </a:bodyPr>
                    <a:p>
                      <a:pPr algn="ctr" defTabSz="914400">
                        <a:lnSpc>
                          <a:spcPct val="100000"/>
                        </a:lnSpc>
                        <a:tabLst>
                          <a:tab pos="0" algn="l"/>
                        </a:tabLst>
                      </a:pPr>
                      <a:r>
                        <a:rPr lang="en-IN" sz="1400" b="0" u="none" strike="noStrike">
                          <a:solidFill>
                            <a:schemeClr val="dk1"/>
                          </a:solidFill>
                          <a:effectLst/>
                          <a:uFillTx/>
                          <a:latin typeface="Times New Roman"/>
                        </a:rPr>
                        <a:t>Fairy Rupareliya, Aarohi Gulhane, Naina Warjurkar, Santosh Kumar, Yashwant Ingle, Gitangali Yadav</a:t>
                      </a:r>
                      <a:endParaRPr lang="en-IN" sz="1400" b="0" u="none" strike="noStrike">
                        <a:solidFill>
                          <a:srgbClr val="000000"/>
                        </a:solidFill>
                        <a:effectLst/>
                        <a:uFillTx/>
                        <a:latin typeface="Arial"/>
                      </a:endParaRPr>
                    </a:p>
                  </a:txBody>
                  <a:tcPr anchor="ctr" marL="91440" marR="91440" marT="45720" marB="45720">
                    <a:lnL w="12240">
                      <a:solidFill>
                        <a:srgbClr val="4F81BD"/>
                      </a:solidFill>
                      <a:prstDash val="solid"/>
                    </a:lnL>
                    <a:lnR w="12240">
                      <a:solidFill>
                        <a:srgbClr val="4F81BD"/>
                      </a:solidFill>
                      <a:prstDash val="solid"/>
                    </a:lnR>
                    <a:lnT w="12240">
                      <a:solidFill>
                        <a:srgbClr val="4F81BD"/>
                      </a:solidFill>
                      <a:prstDash val="solid"/>
                    </a:lnT>
                    <a:lnB w="12240">
                      <a:solidFill>
                        <a:srgbClr val="4F81BD"/>
                      </a:solidFill>
                      <a:prstDash val="solid"/>
                    </a:lnB>
                    <a:noFill/>
                  </a:tcPr>
                </a:tc>
                <a:tc>
                  <a:txBody>
                    <a:bodyPr anchor="ctr">
                      <a:noAutofit/>
                    </a:bodyPr>
                    <a:p>
                      <a:pPr defTabSz="914400">
                        <a:lnSpc>
                          <a:spcPct val="100000"/>
                        </a:lnSpc>
                        <a:tabLst>
                          <a:tab pos="0" algn="l"/>
                        </a:tabLst>
                      </a:pPr>
                      <a:r>
                        <a:rPr lang="en-IN" sz="1400" b="0" u="none" strike="noStrike">
                          <a:solidFill>
                            <a:schemeClr val="dk1"/>
                          </a:solidFill>
                          <a:effectLst/>
                          <a:uFillTx/>
                          <a:latin typeface="Times New Roman"/>
                        </a:rPr>
                        <a:t>2025 International Conference on Information, Implementation, and Innovation in Technology (I2ITCON), 2025</a:t>
                      </a:r>
                      <a:endParaRPr lang="en-IN" sz="1400" b="0" u="none" strike="noStrike">
                        <a:solidFill>
                          <a:srgbClr val="000000"/>
                        </a:solidFill>
                        <a:effectLst/>
                        <a:uFillTx/>
                        <a:latin typeface="Arial"/>
                      </a:endParaRPr>
                    </a:p>
                  </a:txBody>
                  <a:tcPr anchor="ctr" marL="91440" marR="91440" marT="45720" marB="45720">
                    <a:lnL w="12240">
                      <a:solidFill>
                        <a:srgbClr val="4F81BD"/>
                      </a:solidFill>
                      <a:prstDash val="solid"/>
                    </a:lnL>
                    <a:lnR w="12240">
                      <a:solidFill>
                        <a:srgbClr val="4F81BD"/>
                      </a:solidFill>
                      <a:prstDash val="solid"/>
                    </a:lnR>
                    <a:lnT w="12240">
                      <a:solidFill>
                        <a:srgbClr val="4F81BD"/>
                      </a:solidFill>
                      <a:prstDash val="solid"/>
                    </a:lnT>
                    <a:lnB w="12240">
                      <a:solidFill>
                        <a:srgbClr val="4F81BD"/>
                      </a:solidFill>
                      <a:prstDash val="solid"/>
                    </a:lnB>
                    <a:noFill/>
                  </a:tcPr>
                </a:tc>
                <a:tc>
                  <a:txBody>
                    <a:bodyPr anchor="ctr">
                      <a:noAutofit/>
                    </a:bodyPr>
                    <a:p>
                      <a:pPr defTabSz="914400">
                        <a:lnSpc>
                          <a:spcPct val="100000"/>
                        </a:lnSpc>
                        <a:tabLst>
                          <a:tab pos="0" algn="l"/>
                        </a:tabLst>
                      </a:pPr>
                      <a:r>
                        <a:rPr lang="en-US" sz="1400" b="0" u="none" strike="noStrike">
                          <a:solidFill>
                            <a:srgbClr val="000000"/>
                          </a:solidFill>
                          <a:effectLst/>
                          <a:uFillTx/>
                          <a:latin typeface="Times New Roman"/>
                        </a:rPr>
                        <a:t>Comparative deep learning approach using CNN, with preprocessing and Grad-CAM for explainability</a:t>
                      </a:r>
                      <a:endParaRPr lang="en-IN" sz="1400" b="0" u="none" strike="noStrike">
                        <a:solidFill>
                          <a:srgbClr val="000000"/>
                        </a:solidFill>
                        <a:effectLst/>
                        <a:uFillTx/>
                        <a:latin typeface="Arial"/>
                      </a:endParaRPr>
                    </a:p>
                  </a:txBody>
                  <a:tcPr anchor="ctr" marL="91440" marR="91440" marT="45720" marB="45720">
                    <a:lnL w="12240">
                      <a:solidFill>
                        <a:srgbClr val="4F81BD"/>
                      </a:solidFill>
                      <a:prstDash val="solid"/>
                    </a:lnL>
                    <a:lnR w="12240">
                      <a:solidFill>
                        <a:srgbClr val="4F81BD"/>
                      </a:solidFill>
                      <a:prstDash val="solid"/>
                    </a:lnR>
                    <a:lnT w="12240">
                      <a:solidFill>
                        <a:srgbClr val="4F81BD"/>
                      </a:solidFill>
                      <a:prstDash val="solid"/>
                    </a:lnT>
                    <a:lnB w="12240">
                      <a:solidFill>
                        <a:srgbClr val="4F81BD"/>
                      </a:solidFill>
                      <a:prstDash val="solid"/>
                    </a:lnB>
                    <a:noFill/>
                  </a:tcPr>
                </a:tc>
                <a:tc>
                  <a:txBody>
                    <a:bodyPr anchor="ctr">
                      <a:noAutofit/>
                    </a:bodyPr>
                    <a:p>
                      <a:pPr defTabSz="914400">
                        <a:lnSpc>
                          <a:spcPct val="100000"/>
                        </a:lnSpc>
                        <a:tabLst>
                          <a:tab pos="0" algn="l"/>
                        </a:tabLst>
                      </a:pPr>
                      <a:r>
                        <a:rPr lang="en-US" sz="1400" b="0" u="none" strike="noStrike">
                          <a:solidFill>
                            <a:srgbClr val="000000"/>
                          </a:solidFill>
                          <a:effectLst/>
                          <a:uFillTx/>
                          <a:latin typeface="Times New Roman"/>
                        </a:rPr>
                        <a:t>High computational requirements; multiple models increase complexity; performance varies across models</a:t>
                      </a:r>
                      <a:endParaRPr lang="en-IN" sz="1400" b="0" u="none" strike="noStrike">
                        <a:solidFill>
                          <a:srgbClr val="000000"/>
                        </a:solidFill>
                        <a:effectLst/>
                        <a:uFillTx/>
                        <a:latin typeface="Arial"/>
                      </a:endParaRPr>
                    </a:p>
                  </a:txBody>
                  <a:tcPr anchor="ctr" marL="91440" marR="91440" marT="45720" marB="45720">
                    <a:lnL w="12240">
                      <a:solidFill>
                        <a:srgbClr val="4F81BD"/>
                      </a:solidFill>
                      <a:prstDash val="solid"/>
                    </a:lnL>
                    <a:lnR w="12240">
                      <a:solidFill>
                        <a:srgbClr val="4F81BD"/>
                      </a:solidFill>
                      <a:prstDash val="solid"/>
                    </a:lnR>
                    <a:lnT w="12240">
                      <a:solidFill>
                        <a:srgbClr val="4F81BD"/>
                      </a:solidFill>
                      <a:prstDash val="solid"/>
                    </a:lnT>
                    <a:lnB w="12240">
                      <a:solidFill>
                        <a:srgbClr val="4F81BD"/>
                      </a:solidFill>
                      <a:prstDash val="solid"/>
                    </a:lnB>
                    <a:noFill/>
                  </a:tcPr>
                </a:tc>
              </a:tr>
            </a:tbl>
          </a:graphicData>
        </a:graphic>
      </p:graphicFrame>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2" name="PlaceHolder 1"/>
          <p:cNvSpPr>
            <a:spLocks noGrp="1"/>
          </p:cNvSpPr>
          <p:nvPr>
            <p:ph type="title"/>
          </p:nvPr>
        </p:nvSpPr>
        <p:spPr>
          <a:xfrm>
            <a:off x="1555200" y="188280"/>
            <a:ext cx="9358560" cy="713160"/>
          </a:xfrm>
          <a:prstGeom prst="rect">
            <a:avLst/>
          </a:prstGeom>
          <a:noFill/>
          <a:ln w="28440">
            <a:solidFill>
              <a:srgbClr val="2D528F"/>
            </a:solidFill>
            <a:round/>
          </a:ln>
        </p:spPr>
        <p:txBody>
          <a:bodyPr lIns="0" tIns="141480" rIns="0" bIns="0" anchor="t">
            <a:spAutoFit/>
          </a:bodyPr>
          <a:p>
            <a:pPr indent="0" algn="ctr">
              <a:lnSpc>
                <a:spcPct val="100000"/>
              </a:lnSpc>
              <a:spcBef>
                <a:spcPts val="1114"/>
              </a:spcBef>
              <a:buNone/>
              <a:tabLst>
                <a:tab pos="0" algn="l"/>
              </a:tabLst>
            </a:pPr>
            <a:r>
              <a:rPr lang="en-IN" sz="3600" b="1" u="none" strike="noStrike">
                <a:solidFill>
                  <a:srgbClr val="C00000"/>
                </a:solidFill>
                <a:effectLst/>
                <a:uFillTx/>
                <a:latin typeface="Times New Roman"/>
              </a:rPr>
              <a:t>LITERATURE</a:t>
            </a:r>
            <a:r>
              <a:rPr lang="en-IN" sz="3600" b="1" u="none" spc="-14" strike="noStrike">
                <a:solidFill>
                  <a:srgbClr val="C00000"/>
                </a:solidFill>
                <a:effectLst/>
                <a:uFillTx/>
                <a:latin typeface="Times New Roman"/>
              </a:rPr>
              <a:t> </a:t>
            </a:r>
            <a:r>
              <a:rPr lang="en-IN" sz="3600" b="1" u="none" spc="-11" strike="noStrike">
                <a:solidFill>
                  <a:srgbClr val="C00000"/>
                </a:solidFill>
                <a:effectLst/>
                <a:uFillTx/>
                <a:latin typeface="Times New Roman"/>
              </a:rPr>
              <a:t>SURVEY</a:t>
            </a:r>
            <a:endParaRPr lang="en-IN" sz="3600" b="0" u="none" strike="noStrike">
              <a:solidFill>
                <a:srgbClr val="000000"/>
              </a:solidFill>
              <a:effectLst/>
              <a:uFillTx/>
              <a:latin typeface="Calibri"/>
            </a:endParaRPr>
          </a:p>
        </p:txBody>
      </p:sp>
      <p:grpSp>
        <p:nvGrpSpPr>
          <p:cNvPr id="83" name="object 3"/>
          <p:cNvGrpSpPr/>
          <p:nvPr/>
        </p:nvGrpSpPr>
        <p:grpSpPr>
          <a:xfrm>
            <a:off x="101520" y="84240"/>
            <a:ext cx="11941560" cy="6641280"/>
            <a:chOff x="101520" y="84240"/>
            <a:chExt cx="11941560" cy="6641280"/>
          </a:xfrm>
        </p:grpSpPr>
        <p:sp>
          <p:nvSpPr>
            <p:cNvPr id="84" name="object 4"/>
            <p:cNvSpPr/>
            <p:nvPr/>
          </p:nvSpPr>
          <p:spPr>
            <a:xfrm>
              <a:off x="101520" y="84240"/>
              <a:ext cx="11941560" cy="6641280"/>
            </a:xfrm>
            <a:custGeom>
              <a:avLst/>
              <a:gdLst>
                <a:gd name="textAreaLeft" fmla="*/ 0 w 11941560"/>
                <a:gd name="textAreaRight" fmla="*/ 11942280 w 11941560"/>
                <a:gd name="textAreaTop" fmla="*/ 0 h 6641280"/>
                <a:gd name="textAreaBottom" fmla="*/ 6642000 h 6641280"/>
              </a:gdLst>
              <a:ahLst/>
              <a:cxnLst/>
              <a:rect l="textAreaLeft" t="textAreaTop" r="textAreaRight" b="textAreaBottom"/>
              <a:pathLst>
                <a:path w="11942445" h="6642100">
                  <a:moveTo>
                    <a:pt x="0" y="6642100"/>
                  </a:moveTo>
                  <a:lnTo>
                    <a:pt x="11942064" y="6642100"/>
                  </a:lnTo>
                  <a:lnTo>
                    <a:pt x="11942064" y="0"/>
                  </a:lnTo>
                  <a:lnTo>
                    <a:pt x="0" y="0"/>
                  </a:lnTo>
                  <a:lnTo>
                    <a:pt x="0" y="6642100"/>
                  </a:lnTo>
                  <a:close/>
                </a:path>
              </a:pathLst>
            </a:custGeom>
            <a:noFill/>
            <a:ln w="28575">
              <a:solidFill>
                <a:srgbClr val="2D528F"/>
              </a:solidFill>
              <a:round/>
            </a:ln>
          </p:spPr>
          <p:style>
            <a:lnRef idx="0"/>
            <a:fillRef idx="0"/>
            <a:effectRef idx="0"/>
            <a:fontRef idx="minor"/>
          </p:style>
          <p:txBody>
            <a:bodyPr lIns="0" tIns="0" rIns="0" bIns="0" anchor="t">
              <a:noAutofit/>
            </a:bodyPr>
            <a:p>
              <a:endParaRPr lang="en-IN" sz="1800" b="0" u="none" strike="noStrike">
                <a:solidFill>
                  <a:srgbClr val="000000"/>
                </a:solidFill>
                <a:effectLst/>
                <a:uFillTx/>
                <a:latin typeface="Arial"/>
              </a:endParaRPr>
            </a:p>
          </p:txBody>
        </p:sp>
        <p:pic>
          <p:nvPicPr>
            <p:cNvPr id="85" name="object 5"/>
            <p:cNvPicPr/>
            <p:nvPr/>
          </p:nvPicPr>
          <p:blipFill>
            <a:blip r:embed="rId1"/>
            <a:stretch/>
          </p:blipFill>
          <p:spPr>
            <a:xfrm>
              <a:off x="385920" y="180720"/>
              <a:ext cx="744120" cy="863640"/>
            </a:xfrm>
            <a:prstGeom prst="rect">
              <a:avLst/>
            </a:prstGeom>
            <a:noFill/>
            <a:ln w="0">
              <a:noFill/>
            </a:ln>
          </p:spPr>
        </p:pic>
      </p:grpSp>
      <p:sp>
        <p:nvSpPr>
          <p:cNvPr id="86" name="PlaceHolder 2"/>
          <p:cNvSpPr>
            <a:spLocks noGrp="1"/>
          </p:cNvSpPr>
          <p:nvPr>
            <p:ph type="sldNum" idx="25"/>
          </p:nvPr>
        </p:nvSpPr>
        <p:spPr>
          <a:xfrm>
            <a:off x="11436120" y="6359760"/>
            <a:ext cx="537840" cy="352080"/>
          </a:xfrm>
          <a:prstGeom prst="rect">
            <a:avLst/>
          </a:prstGeom>
          <a:noFill/>
          <a:ln w="0">
            <a:noFill/>
          </a:ln>
        </p:spPr>
        <p:txBody>
          <a:bodyPr lIns="0" tIns="73800" rIns="0" bIns="0" anchor="t">
            <a:spAutoFit/>
          </a:bodyPr>
          <a:lstStyle>
            <a:lvl1pPr marL="298440" indent="0" algn="l">
              <a:lnSpc>
                <a:spcPct val="100000"/>
              </a:lnSpc>
              <a:spcBef>
                <a:spcPts val="11"/>
              </a:spcBef>
              <a:buNone/>
              <a:tabLst>
                <a:tab pos="0" algn="l"/>
              </a:tabLst>
              <a:defRPr lang="en-US" sz="1800" b="1" u="none" spc="-51" strike="noStrike">
                <a:solidFill>
                  <a:srgbClr val="2D5395"/>
                </a:solidFill>
                <a:effectLst/>
                <a:uFillTx/>
                <a:latin typeface="Cambria"/>
              </a:defRPr>
            </a:lvl1pPr>
          </a:lstStyle>
          <a:p>
            <a:pPr marL="298440" indent="0" algn="l">
              <a:lnSpc>
                <a:spcPct val="100000"/>
              </a:lnSpc>
              <a:spcBef>
                <a:spcPts val="11"/>
              </a:spcBef>
              <a:buNone/>
              <a:tabLst>
                <a:tab pos="0" algn="l"/>
              </a:tabLst>
            </a:pPr>
            <a:r>
              <a:rPr lang="en-US" sz="1800" b="1" u="none" spc="-51" strike="noStrike">
                <a:solidFill>
                  <a:srgbClr val="2D5395"/>
                </a:solidFill>
                <a:effectLst/>
                <a:uFillTx/>
                <a:latin typeface="Cambria"/>
              </a:rPr>
              <a:t>8</a:t>
            </a:r>
            <a:endParaRPr lang="en-IN" sz="1800" b="0" u="none" strike="noStrike">
              <a:solidFill>
                <a:srgbClr val="000000"/>
              </a:solidFill>
              <a:effectLst/>
              <a:uFillTx/>
              <a:latin typeface="Times New Roman"/>
            </a:endParaRPr>
          </a:p>
        </p:txBody>
      </p:sp>
      <p:graphicFrame>
        <p:nvGraphicFramePr>
          <p:cNvPr id="87" name="Table 5"/>
          <p:cNvGraphicFramePr/>
          <p:nvPr/>
        </p:nvGraphicFramePr>
        <p:xfrm>
          <a:off x="352080" y="1195560"/>
          <a:ext cx="11441160" cy="3312720"/>
        </p:xfrm>
        <a:graphic>
          <a:graphicData uri="http://schemas.openxmlformats.org/drawingml/2006/table">
            <a:tbl>
              <a:tblPr/>
              <a:tblGrid>
                <a:gridCol w="1906920"/>
                <a:gridCol w="1906920"/>
                <a:gridCol w="1906920"/>
                <a:gridCol w="1906920"/>
                <a:gridCol w="1906920"/>
                <a:gridCol w="1906920"/>
              </a:tblGrid>
              <a:tr h="1465920">
                <a:tc>
                  <a:txBody>
                    <a:bodyPr anchor="ctr">
                      <a:noAutofit/>
                    </a:bodyPr>
                    <a:p>
                      <a:pPr algn="ctr" defTabSz="914400">
                        <a:lnSpc>
                          <a:spcPct val="100000"/>
                        </a:lnSpc>
                        <a:tabLst>
                          <a:tab pos="0" algn="l"/>
                        </a:tabLst>
                      </a:pPr>
                      <a:r>
                        <a:rPr lang="en-IN" sz="1800" b="1" u="none" spc="-20" strike="noStrike">
                          <a:solidFill>
                            <a:srgbClr val="4F81BD"/>
                          </a:solidFill>
                          <a:effectLst/>
                          <a:uFillTx/>
                          <a:latin typeface="Times New Roman"/>
                        </a:rPr>
                        <a:t>Sl. no</a:t>
                      </a:r>
                      <a:endParaRPr lang="en-IN" sz="1800" b="0" u="none" strike="noStrike">
                        <a:solidFill>
                          <a:srgbClr val="000000"/>
                        </a:solidFill>
                        <a:effectLst/>
                        <a:uFillTx/>
                        <a:latin typeface="Arial"/>
                      </a:endParaRPr>
                    </a:p>
                    <a:p>
                      <a:pPr defTabSz="914400">
                        <a:lnSpc>
                          <a:spcPct val="100000"/>
                        </a:lnSpc>
                        <a:tabLst>
                          <a:tab pos="0" algn="l"/>
                        </a:tabLst>
                      </a:pPr>
                      <a:endParaRPr lang="en-IN" sz="1800" b="0" u="none" strike="noStrike">
                        <a:solidFill>
                          <a:srgbClr val="000000"/>
                        </a:solidFill>
                        <a:effectLst/>
                        <a:uFillTx/>
                        <a:latin typeface="Arial"/>
                      </a:endParaRPr>
                    </a:p>
                  </a:txBody>
                  <a:tcPr anchor="ctr" marL="91440" marR="91440" marT="45720" marB="45720">
                    <a:lnL w="12240">
                      <a:solidFill>
                        <a:srgbClr val="4F81BD"/>
                      </a:solidFill>
                      <a:prstDash val="solid"/>
                    </a:lnL>
                    <a:lnR w="12240">
                      <a:solidFill>
                        <a:srgbClr val="4F81BD"/>
                      </a:solidFill>
                      <a:prstDash val="solid"/>
                    </a:lnR>
                    <a:lnT w="12240">
                      <a:solidFill>
                        <a:srgbClr val="4F81BD"/>
                      </a:solidFill>
                      <a:prstDash val="solid"/>
                    </a:lnT>
                    <a:lnB w="12240">
                      <a:solidFill>
                        <a:srgbClr val="4F81BD"/>
                      </a:solidFill>
                      <a:prstDash val="solid"/>
                    </a:lnB>
                    <a:noFill/>
                  </a:tcPr>
                </a:tc>
                <a:tc>
                  <a:txBody>
                    <a:bodyPr anchor="ctr">
                      <a:noAutofit/>
                    </a:bodyPr>
                    <a:p>
                      <a:pPr algn="ctr" defTabSz="914400">
                        <a:lnSpc>
                          <a:spcPct val="100000"/>
                        </a:lnSpc>
                        <a:tabLst>
                          <a:tab pos="0" algn="l"/>
                        </a:tabLst>
                      </a:pPr>
                      <a:r>
                        <a:rPr lang="en-IN" sz="1800" b="1" u="none" strike="noStrike">
                          <a:solidFill>
                            <a:srgbClr val="4F81BD"/>
                          </a:solidFill>
                          <a:effectLst/>
                          <a:uFillTx/>
                          <a:latin typeface="Times New Roman"/>
                        </a:rPr>
                        <a:t>Title</a:t>
                      </a:r>
                      <a:r>
                        <a:rPr lang="en-IN" sz="1800" b="1" u="none" spc="-45" strike="noStrike">
                          <a:solidFill>
                            <a:srgbClr val="4F81BD"/>
                          </a:solidFill>
                          <a:effectLst/>
                          <a:uFillTx/>
                          <a:latin typeface="Times New Roman"/>
                        </a:rPr>
                        <a:t> </a:t>
                      </a:r>
                      <a:r>
                        <a:rPr lang="en-IN" sz="1800" b="1" u="none" strike="noStrike">
                          <a:solidFill>
                            <a:srgbClr val="4F81BD"/>
                          </a:solidFill>
                          <a:effectLst/>
                          <a:uFillTx/>
                          <a:latin typeface="Times New Roman"/>
                        </a:rPr>
                        <a:t>of</a:t>
                      </a:r>
                      <a:r>
                        <a:rPr lang="en-IN" sz="1800" b="1" u="none" spc="-6" strike="noStrike">
                          <a:solidFill>
                            <a:srgbClr val="4F81BD"/>
                          </a:solidFill>
                          <a:effectLst/>
                          <a:uFillTx/>
                          <a:latin typeface="Times New Roman"/>
                        </a:rPr>
                        <a:t> </a:t>
                      </a:r>
                      <a:r>
                        <a:rPr lang="en-IN" sz="1800" b="1" u="none" spc="-26" strike="noStrike">
                          <a:solidFill>
                            <a:srgbClr val="4F81BD"/>
                          </a:solidFill>
                          <a:effectLst/>
                          <a:uFillTx/>
                          <a:latin typeface="Times New Roman"/>
                        </a:rPr>
                        <a:t>the </a:t>
                      </a:r>
                      <a:r>
                        <a:rPr lang="en-IN" sz="1800" b="1" u="none" spc="-11" strike="noStrike">
                          <a:solidFill>
                            <a:srgbClr val="4F81BD"/>
                          </a:solidFill>
                          <a:effectLst/>
                          <a:uFillTx/>
                          <a:latin typeface="Times New Roman"/>
                        </a:rPr>
                        <a:t>paper</a:t>
                      </a:r>
                      <a:endParaRPr lang="en-IN" sz="1800" b="0" u="none" strike="noStrike">
                        <a:solidFill>
                          <a:srgbClr val="000000"/>
                        </a:solidFill>
                        <a:effectLst/>
                        <a:uFillTx/>
                        <a:latin typeface="Arial"/>
                      </a:endParaRPr>
                    </a:p>
                    <a:p>
                      <a:pPr defTabSz="914400">
                        <a:lnSpc>
                          <a:spcPct val="100000"/>
                        </a:lnSpc>
                        <a:tabLst>
                          <a:tab pos="0" algn="l"/>
                        </a:tabLst>
                      </a:pPr>
                      <a:endParaRPr lang="en-IN" sz="1800" b="0" u="none" strike="noStrike">
                        <a:solidFill>
                          <a:srgbClr val="000000"/>
                        </a:solidFill>
                        <a:effectLst/>
                        <a:uFillTx/>
                        <a:latin typeface="Arial"/>
                      </a:endParaRPr>
                    </a:p>
                  </a:txBody>
                  <a:tcPr anchor="ctr" marL="91440" marR="91440" marT="45720" marB="45720">
                    <a:lnL w="12240">
                      <a:solidFill>
                        <a:srgbClr val="4F81BD"/>
                      </a:solidFill>
                      <a:prstDash val="solid"/>
                    </a:lnL>
                    <a:lnR w="12240">
                      <a:solidFill>
                        <a:srgbClr val="4F81BD"/>
                      </a:solidFill>
                      <a:prstDash val="solid"/>
                    </a:lnR>
                    <a:lnT w="12240">
                      <a:solidFill>
                        <a:srgbClr val="4F81BD"/>
                      </a:solidFill>
                      <a:prstDash val="solid"/>
                    </a:lnT>
                    <a:lnB w="12240">
                      <a:solidFill>
                        <a:srgbClr val="4F81BD"/>
                      </a:solidFill>
                      <a:prstDash val="solid"/>
                    </a:lnB>
                    <a:noFill/>
                  </a:tcPr>
                </a:tc>
                <a:tc>
                  <a:txBody>
                    <a:bodyPr anchor="ctr">
                      <a:noAutofit/>
                    </a:bodyPr>
                    <a:p>
                      <a:pPr algn="ctr" defTabSz="914400">
                        <a:lnSpc>
                          <a:spcPct val="100000"/>
                        </a:lnSpc>
                        <a:tabLst>
                          <a:tab pos="0" algn="l"/>
                        </a:tabLst>
                      </a:pPr>
                      <a:r>
                        <a:rPr lang="en-IN" sz="1800" b="1" u="none" spc="-11" strike="noStrike">
                          <a:solidFill>
                            <a:srgbClr val="4F81BD"/>
                          </a:solidFill>
                          <a:effectLst/>
                          <a:uFillTx/>
                          <a:latin typeface="Times New Roman"/>
                        </a:rPr>
                        <a:t>Author</a:t>
                      </a:r>
                      <a:endParaRPr lang="en-IN" sz="1800" b="0" u="none" strike="noStrike">
                        <a:solidFill>
                          <a:srgbClr val="000000"/>
                        </a:solidFill>
                        <a:effectLst/>
                        <a:uFillTx/>
                        <a:latin typeface="Arial"/>
                      </a:endParaRPr>
                    </a:p>
                    <a:p>
                      <a:pPr defTabSz="914400">
                        <a:lnSpc>
                          <a:spcPct val="100000"/>
                        </a:lnSpc>
                        <a:tabLst>
                          <a:tab pos="0" algn="l"/>
                        </a:tabLst>
                      </a:pPr>
                      <a:endParaRPr lang="en-IN" sz="1800" b="0" u="none" strike="noStrike">
                        <a:solidFill>
                          <a:srgbClr val="000000"/>
                        </a:solidFill>
                        <a:effectLst/>
                        <a:uFillTx/>
                        <a:latin typeface="Arial"/>
                      </a:endParaRPr>
                    </a:p>
                  </a:txBody>
                  <a:tcPr anchor="ctr" marL="91440" marR="91440" marT="45720" marB="45720">
                    <a:lnL w="12240">
                      <a:solidFill>
                        <a:srgbClr val="4F81BD"/>
                      </a:solidFill>
                      <a:prstDash val="solid"/>
                    </a:lnL>
                    <a:lnR w="12240">
                      <a:solidFill>
                        <a:srgbClr val="4F81BD"/>
                      </a:solidFill>
                      <a:prstDash val="solid"/>
                    </a:lnR>
                    <a:lnT w="12240">
                      <a:solidFill>
                        <a:srgbClr val="4F81BD"/>
                      </a:solidFill>
                      <a:prstDash val="solid"/>
                    </a:lnT>
                    <a:lnB w="12240">
                      <a:solidFill>
                        <a:srgbClr val="4F81BD"/>
                      </a:solidFill>
                      <a:prstDash val="solid"/>
                    </a:lnB>
                    <a:noFill/>
                  </a:tcPr>
                </a:tc>
                <a:tc>
                  <a:txBody>
                    <a:bodyPr anchor="ctr">
                      <a:noAutofit/>
                    </a:bodyPr>
                    <a:p>
                      <a:pPr algn="ctr" defTabSz="914400">
                        <a:lnSpc>
                          <a:spcPct val="100000"/>
                        </a:lnSpc>
                        <a:tabLst>
                          <a:tab pos="0" algn="l"/>
                        </a:tabLst>
                      </a:pPr>
                      <a:r>
                        <a:rPr lang="en-US" sz="1800" b="1" u="none" spc="-11" strike="noStrike">
                          <a:solidFill>
                            <a:srgbClr val="4F81BD"/>
                          </a:solidFill>
                          <a:effectLst/>
                          <a:uFillTx/>
                          <a:latin typeface="Times New Roman"/>
                        </a:rPr>
                        <a:t>Name of the Journal and Publication </a:t>
                      </a:r>
                      <a:r>
                        <a:rPr lang="en-US" sz="1800" b="1" u="none" strike="noStrike">
                          <a:solidFill>
                            <a:srgbClr val="4F81BD"/>
                          </a:solidFill>
                          <a:effectLst/>
                          <a:uFillTx/>
                          <a:latin typeface="Times New Roman"/>
                        </a:rPr>
                        <a:t>Year</a:t>
                      </a:r>
                      <a:endParaRPr lang="en-IN" sz="1800" b="0" u="none" strike="noStrike">
                        <a:solidFill>
                          <a:srgbClr val="000000"/>
                        </a:solidFill>
                        <a:effectLst/>
                        <a:uFillTx/>
                        <a:latin typeface="Arial"/>
                      </a:endParaRPr>
                    </a:p>
                  </a:txBody>
                  <a:tcPr anchor="ctr" marL="91440" marR="91440" marT="45720" marB="45720">
                    <a:lnL w="12240">
                      <a:solidFill>
                        <a:srgbClr val="4F81BD"/>
                      </a:solidFill>
                      <a:prstDash val="solid"/>
                    </a:lnL>
                    <a:lnR w="12240">
                      <a:solidFill>
                        <a:srgbClr val="4F81BD"/>
                      </a:solidFill>
                      <a:prstDash val="solid"/>
                    </a:lnR>
                    <a:lnT w="12240">
                      <a:solidFill>
                        <a:srgbClr val="4F81BD"/>
                      </a:solidFill>
                      <a:prstDash val="solid"/>
                    </a:lnT>
                    <a:lnB w="12240">
                      <a:solidFill>
                        <a:srgbClr val="4F81BD"/>
                      </a:solidFill>
                      <a:prstDash val="solid"/>
                    </a:lnB>
                    <a:noFill/>
                  </a:tcPr>
                </a:tc>
                <a:tc>
                  <a:txBody>
                    <a:bodyPr anchor="ctr">
                      <a:noAutofit/>
                    </a:bodyPr>
                    <a:p>
                      <a:pPr algn="ctr" defTabSz="914400">
                        <a:lnSpc>
                          <a:spcPct val="100000"/>
                        </a:lnSpc>
                        <a:tabLst>
                          <a:tab pos="0" algn="l"/>
                        </a:tabLst>
                      </a:pPr>
                      <a:r>
                        <a:rPr lang="en-IN" sz="1800" b="1" u="none" spc="-11" strike="noStrike">
                          <a:solidFill>
                            <a:srgbClr val="4F81BD"/>
                          </a:solidFill>
                          <a:effectLst/>
                          <a:uFillTx/>
                          <a:latin typeface="Times New Roman"/>
                        </a:rPr>
                        <a:t>Methodology</a:t>
                      </a:r>
                      <a:endParaRPr lang="en-IN" sz="1800" b="0" u="none" strike="noStrike">
                        <a:solidFill>
                          <a:srgbClr val="000000"/>
                        </a:solidFill>
                        <a:effectLst/>
                        <a:uFillTx/>
                        <a:latin typeface="Arial"/>
                      </a:endParaRPr>
                    </a:p>
                    <a:p>
                      <a:pPr defTabSz="914400">
                        <a:lnSpc>
                          <a:spcPct val="100000"/>
                        </a:lnSpc>
                        <a:tabLst>
                          <a:tab pos="0" algn="l"/>
                        </a:tabLst>
                      </a:pPr>
                      <a:endParaRPr lang="en-IN" sz="1800" b="0" u="none" strike="noStrike">
                        <a:solidFill>
                          <a:srgbClr val="000000"/>
                        </a:solidFill>
                        <a:effectLst/>
                        <a:uFillTx/>
                        <a:latin typeface="Arial"/>
                      </a:endParaRPr>
                    </a:p>
                  </a:txBody>
                  <a:tcPr anchor="ctr" marL="91440" marR="91440" marT="45720" marB="45720">
                    <a:lnL w="12240">
                      <a:solidFill>
                        <a:srgbClr val="4F81BD"/>
                      </a:solidFill>
                      <a:prstDash val="solid"/>
                    </a:lnL>
                    <a:lnR w="12240">
                      <a:solidFill>
                        <a:srgbClr val="4F81BD"/>
                      </a:solidFill>
                      <a:prstDash val="solid"/>
                    </a:lnR>
                    <a:lnT w="12240">
                      <a:solidFill>
                        <a:srgbClr val="4F81BD"/>
                      </a:solidFill>
                      <a:prstDash val="solid"/>
                    </a:lnT>
                    <a:lnB w="12240">
                      <a:solidFill>
                        <a:srgbClr val="4F81BD"/>
                      </a:solidFill>
                      <a:prstDash val="solid"/>
                    </a:lnB>
                    <a:noFill/>
                  </a:tcPr>
                </a:tc>
                <a:tc>
                  <a:txBody>
                    <a:bodyPr anchor="ctr">
                      <a:noAutofit/>
                    </a:bodyPr>
                    <a:p>
                      <a:pPr algn="ctr" defTabSz="914400">
                        <a:lnSpc>
                          <a:spcPct val="100000"/>
                        </a:lnSpc>
                        <a:tabLst>
                          <a:tab pos="0" algn="l"/>
                        </a:tabLst>
                      </a:pPr>
                      <a:r>
                        <a:rPr lang="en-US" sz="1800" b="1" u="none" spc="-11" strike="noStrike">
                          <a:solidFill>
                            <a:srgbClr val="4F81BD"/>
                          </a:solidFill>
                          <a:effectLst/>
                          <a:uFillTx/>
                          <a:latin typeface="Times New Roman"/>
                        </a:rPr>
                        <a:t>Drawback</a:t>
                      </a:r>
                      <a:endParaRPr lang="en-IN" sz="1800" b="0" u="none" strike="noStrike">
                        <a:solidFill>
                          <a:srgbClr val="000000"/>
                        </a:solidFill>
                        <a:effectLst/>
                        <a:uFillTx/>
                        <a:latin typeface="Arial"/>
                      </a:endParaRPr>
                    </a:p>
                    <a:p>
                      <a:pPr defTabSz="914400">
                        <a:lnSpc>
                          <a:spcPct val="100000"/>
                        </a:lnSpc>
                        <a:tabLst>
                          <a:tab pos="0" algn="l"/>
                        </a:tabLst>
                      </a:pPr>
                      <a:endParaRPr lang="en-IN" sz="1800" b="0" u="none" strike="noStrike">
                        <a:solidFill>
                          <a:srgbClr val="000000"/>
                        </a:solidFill>
                        <a:effectLst/>
                        <a:uFillTx/>
                        <a:latin typeface="Arial"/>
                      </a:endParaRPr>
                    </a:p>
                  </a:txBody>
                  <a:tcPr anchor="ctr" marL="91440" marR="91440" marT="45720" marB="45720">
                    <a:lnL w="12240">
                      <a:solidFill>
                        <a:srgbClr val="4F81BD"/>
                      </a:solidFill>
                      <a:prstDash val="solid"/>
                    </a:lnL>
                    <a:lnR w="12240">
                      <a:solidFill>
                        <a:srgbClr val="4F81BD"/>
                      </a:solidFill>
                      <a:prstDash val="solid"/>
                    </a:lnR>
                    <a:lnT w="12240">
                      <a:solidFill>
                        <a:srgbClr val="4F81BD"/>
                      </a:solidFill>
                      <a:prstDash val="solid"/>
                    </a:lnT>
                    <a:lnB w="12240">
                      <a:solidFill>
                        <a:srgbClr val="4F81BD"/>
                      </a:solidFill>
                      <a:prstDash val="solid"/>
                    </a:lnB>
                    <a:noFill/>
                  </a:tcPr>
                </a:tc>
              </a:tr>
              <a:tr h="1846800">
                <a:tc>
                  <a:txBody>
                    <a:bodyPr anchor="ctr">
                      <a:noAutofit/>
                    </a:bodyPr>
                    <a:p>
                      <a:pPr algn="ctr">
                        <a:lnSpc>
                          <a:spcPct val="100000"/>
                        </a:lnSpc>
                      </a:pPr>
                      <a:r>
                        <a:rPr lang="en-US" sz="1600" b="0" u="none" strike="noStrike">
                          <a:solidFill>
                            <a:srgbClr val="000000"/>
                          </a:solidFill>
                          <a:effectLst/>
                          <a:uFillTx/>
                          <a:latin typeface="Times New Roman"/>
                        </a:rPr>
                        <a:t>10</a:t>
                      </a:r>
                      <a:endParaRPr lang="en-IN" sz="1600" b="0" u="none" strike="noStrike">
                        <a:solidFill>
                          <a:srgbClr val="FFFFFF"/>
                        </a:solidFill>
                        <a:effectLst/>
                        <a:uFillTx/>
                        <a:latin typeface="Arial"/>
                      </a:endParaRPr>
                    </a:p>
                    <a:p>
                      <a:pPr algn="ctr">
                        <a:lnSpc>
                          <a:spcPct val="100000"/>
                        </a:lnSpc>
                      </a:pPr>
                      <a:endParaRPr lang="en-IN" sz="1600" b="0" u="none" strike="noStrike">
                        <a:solidFill>
                          <a:srgbClr val="FFFFFF"/>
                        </a:solidFill>
                        <a:effectLst/>
                        <a:uFillTx/>
                        <a:latin typeface="Arial"/>
                      </a:endParaRPr>
                    </a:p>
                  </a:txBody>
                  <a:tcPr anchor="ctr" marL="91440" marR="91440" marT="45720" marB="45720">
                    <a:lnL w="12240">
                      <a:solidFill>
                        <a:srgbClr val="4F81BD"/>
                      </a:solidFill>
                      <a:prstDash val="solid"/>
                    </a:lnL>
                    <a:lnR w="12240">
                      <a:solidFill>
                        <a:srgbClr val="4F81BD"/>
                      </a:solidFill>
                      <a:prstDash val="solid"/>
                    </a:lnR>
                    <a:lnT w="12240">
                      <a:solidFill>
                        <a:srgbClr val="4F81BD"/>
                      </a:solidFill>
                      <a:prstDash val="solid"/>
                    </a:lnT>
                    <a:lnB w="12240">
                      <a:solidFill>
                        <a:srgbClr val="4F81BD"/>
                      </a:solidFill>
                      <a:prstDash val="solid"/>
                    </a:lnB>
                    <a:solidFill>
                      <a:srgbClr val="4F81BD">
                        <a:alpha val="20000"/>
                      </a:srgbClr>
                    </a:solidFill>
                  </a:tcPr>
                </a:tc>
                <a:tc>
                  <a:txBody>
                    <a:bodyPr anchor="ctr">
                      <a:noAutofit/>
                    </a:bodyPr>
                    <a:p>
                      <a:pPr>
                        <a:lnSpc>
                          <a:spcPct val="100000"/>
                        </a:lnSpc>
                      </a:pPr>
                      <a:r>
                        <a:rPr lang="en-US" sz="1600" b="0" u="none" strike="noStrike">
                          <a:solidFill>
                            <a:srgbClr val="000000"/>
                          </a:solidFill>
                          <a:effectLst/>
                          <a:uFillTx/>
                          <a:latin typeface="Times New Roman"/>
                        </a:rPr>
                        <a:t>Brain Tumor Detection Based on Deep Learning Approaches and Magnetic Resonance Imaging</a:t>
                      </a:r>
                      <a:endParaRPr lang="en-IN" sz="1600" b="0" u="none" strike="noStrike">
                        <a:solidFill>
                          <a:srgbClr val="FFFFFF"/>
                        </a:solidFill>
                        <a:effectLst/>
                        <a:uFillTx/>
                        <a:latin typeface="Arial"/>
                      </a:endParaRPr>
                    </a:p>
                  </a:txBody>
                  <a:tcPr anchor="ctr" marL="91440" marR="91440" marT="45720" marB="45720">
                    <a:lnL w="12240">
                      <a:solidFill>
                        <a:srgbClr val="4F81BD"/>
                      </a:solidFill>
                      <a:prstDash val="solid"/>
                    </a:lnL>
                    <a:lnR w="12240">
                      <a:solidFill>
                        <a:srgbClr val="4F81BD"/>
                      </a:solidFill>
                      <a:prstDash val="solid"/>
                    </a:lnR>
                    <a:lnT w="12240">
                      <a:solidFill>
                        <a:srgbClr val="4F81BD"/>
                      </a:solidFill>
                      <a:prstDash val="solid"/>
                    </a:lnT>
                    <a:lnB w="12240">
                      <a:solidFill>
                        <a:srgbClr val="4F81BD"/>
                      </a:solidFill>
                      <a:prstDash val="solid"/>
                    </a:lnB>
                    <a:solidFill>
                      <a:srgbClr val="4F81BD">
                        <a:alpha val="20000"/>
                      </a:srgbClr>
                    </a:solidFill>
                  </a:tcPr>
                </a:tc>
                <a:tc>
                  <a:txBody>
                    <a:bodyPr anchor="ctr">
                      <a:noAutofit/>
                    </a:bodyPr>
                    <a:p>
                      <a:pPr>
                        <a:lnSpc>
                          <a:spcPct val="100000"/>
                        </a:lnSpc>
                      </a:pPr>
                      <a:r>
                        <a:rPr lang="en-US" sz="1600" b="0" u="none" strike="noStrike">
                          <a:solidFill>
                            <a:schemeClr val="dk1"/>
                          </a:solidFill>
                          <a:effectLst/>
                          <a:uFillTx/>
                          <a:latin typeface="Times New Roman"/>
                        </a:rPr>
                        <a:t>Akmalbek Bobomirzaevich Abdusalomov, Mukhriddin Mukhiddinov, Taeg Keun Whangbo</a:t>
                      </a:r>
                      <a:endParaRPr lang="en-IN" sz="1600" b="0" u="none" strike="noStrike">
                        <a:solidFill>
                          <a:srgbClr val="FFFFFF"/>
                        </a:solidFill>
                        <a:effectLst/>
                        <a:uFillTx/>
                        <a:latin typeface="Arial"/>
                      </a:endParaRPr>
                    </a:p>
                  </a:txBody>
                  <a:tcPr anchor="ctr" marL="91440" marR="91440" marT="45720" marB="45720">
                    <a:lnL w="12240">
                      <a:solidFill>
                        <a:srgbClr val="4F81BD"/>
                      </a:solidFill>
                      <a:prstDash val="solid"/>
                    </a:lnL>
                    <a:lnR w="12240">
                      <a:solidFill>
                        <a:srgbClr val="4F81BD"/>
                      </a:solidFill>
                      <a:prstDash val="solid"/>
                    </a:lnR>
                    <a:lnT w="12240">
                      <a:solidFill>
                        <a:srgbClr val="4F81BD"/>
                      </a:solidFill>
                      <a:prstDash val="solid"/>
                    </a:lnT>
                    <a:lnB w="12240">
                      <a:solidFill>
                        <a:srgbClr val="4F81BD"/>
                      </a:solidFill>
                      <a:prstDash val="solid"/>
                    </a:lnB>
                    <a:solidFill>
                      <a:srgbClr val="4F81BD">
                        <a:alpha val="20000"/>
                      </a:srgbClr>
                    </a:solidFill>
                  </a:tcPr>
                </a:tc>
                <a:tc>
                  <a:txBody>
                    <a:bodyPr anchor="ctr">
                      <a:noAutofit/>
                    </a:bodyPr>
                    <a:p>
                      <a:pPr>
                        <a:lnSpc>
                          <a:spcPct val="100000"/>
                        </a:lnSpc>
                      </a:pPr>
                      <a:r>
                        <a:rPr lang="en-US" sz="1600" b="0" u="none" strike="noStrike">
                          <a:solidFill>
                            <a:srgbClr val="000000"/>
                          </a:solidFill>
                          <a:effectLst/>
                          <a:uFillTx/>
                          <a:latin typeface="Times New Roman"/>
                        </a:rPr>
                        <a:t>Cancers (MDPI), 2023</a:t>
                      </a:r>
                      <a:endParaRPr lang="en-IN" sz="1600" b="0" u="none" strike="noStrike">
                        <a:solidFill>
                          <a:srgbClr val="FFFFFF"/>
                        </a:solidFill>
                        <a:effectLst/>
                        <a:uFillTx/>
                        <a:latin typeface="Arial"/>
                      </a:endParaRPr>
                    </a:p>
                  </a:txBody>
                  <a:tcPr anchor="ctr" marL="91440" marR="91440" marT="45720" marB="45720">
                    <a:lnL w="12240">
                      <a:solidFill>
                        <a:srgbClr val="4F81BD"/>
                      </a:solidFill>
                      <a:prstDash val="solid"/>
                    </a:lnL>
                    <a:lnR w="12240">
                      <a:solidFill>
                        <a:srgbClr val="4F81BD"/>
                      </a:solidFill>
                      <a:prstDash val="solid"/>
                    </a:lnR>
                    <a:lnT w="12240">
                      <a:solidFill>
                        <a:srgbClr val="4F81BD"/>
                      </a:solidFill>
                      <a:prstDash val="solid"/>
                    </a:lnT>
                    <a:lnB w="12240">
                      <a:solidFill>
                        <a:srgbClr val="4F81BD"/>
                      </a:solidFill>
                      <a:prstDash val="solid"/>
                    </a:lnB>
                    <a:solidFill>
                      <a:srgbClr val="4F81BD">
                        <a:alpha val="20000"/>
                      </a:srgbClr>
                    </a:solidFill>
                  </a:tcPr>
                </a:tc>
                <a:tc>
                  <a:txBody>
                    <a:bodyPr anchor="ctr">
                      <a:noAutofit/>
                    </a:bodyPr>
                    <a:p>
                      <a:pPr>
                        <a:lnSpc>
                          <a:spcPct val="100000"/>
                        </a:lnSpc>
                      </a:pPr>
                      <a:r>
                        <a:rPr lang="en-IN" sz="1600" b="0" u="none" strike="noStrike">
                          <a:solidFill>
                            <a:srgbClr val="000000"/>
                          </a:solidFill>
                          <a:effectLst/>
                          <a:uFillTx/>
                          <a:latin typeface="Times New Roman"/>
                        </a:rPr>
                        <a:t>Improved YOLOv7-based deep learning model with preprocessing, data augmentation, and enhancements for MRI tumor detection</a:t>
                      </a:r>
                      <a:endParaRPr lang="en-IN" sz="1600" b="0" u="none" strike="noStrike">
                        <a:solidFill>
                          <a:srgbClr val="FFFFFF"/>
                        </a:solidFill>
                        <a:effectLst/>
                        <a:uFillTx/>
                        <a:latin typeface="Arial"/>
                      </a:endParaRPr>
                    </a:p>
                  </a:txBody>
                  <a:tcPr anchor="ctr" marL="91440" marR="91440" marT="45720" marB="45720">
                    <a:lnL w="12240">
                      <a:solidFill>
                        <a:srgbClr val="4F81BD"/>
                      </a:solidFill>
                      <a:prstDash val="solid"/>
                    </a:lnL>
                    <a:lnR w="12240">
                      <a:solidFill>
                        <a:srgbClr val="4F81BD"/>
                      </a:solidFill>
                      <a:prstDash val="solid"/>
                    </a:lnR>
                    <a:lnT w="12240">
                      <a:solidFill>
                        <a:srgbClr val="4F81BD"/>
                      </a:solidFill>
                      <a:prstDash val="solid"/>
                    </a:lnT>
                    <a:lnB w="12240">
                      <a:solidFill>
                        <a:srgbClr val="4F81BD"/>
                      </a:solidFill>
                      <a:prstDash val="solid"/>
                    </a:lnB>
                    <a:solidFill>
                      <a:srgbClr val="4F81BD">
                        <a:alpha val="20000"/>
                      </a:srgbClr>
                    </a:solidFill>
                  </a:tcPr>
                </a:tc>
                <a:tc>
                  <a:txBody>
                    <a:bodyPr anchor="ctr">
                      <a:noAutofit/>
                    </a:bodyPr>
                    <a:p>
                      <a:pPr>
                        <a:lnSpc>
                          <a:spcPct val="100000"/>
                        </a:lnSpc>
                      </a:pPr>
                      <a:r>
                        <a:rPr lang="en-US" sz="1600" b="0" u="none" strike="noStrike">
                          <a:solidFill>
                            <a:srgbClr val="000000"/>
                          </a:solidFill>
                          <a:effectLst/>
                          <a:uFillTx/>
                          <a:latin typeface="Times New Roman"/>
                        </a:rPr>
                        <a:t>Struggles with detecting small tumors; high model complexity; requires large annotated dataset</a:t>
                      </a:r>
                      <a:endParaRPr lang="en-IN" sz="1600" b="0" u="none" strike="noStrike">
                        <a:solidFill>
                          <a:srgbClr val="FFFFFF"/>
                        </a:solidFill>
                        <a:effectLst/>
                        <a:uFillTx/>
                        <a:latin typeface="Arial"/>
                      </a:endParaRPr>
                    </a:p>
                  </a:txBody>
                  <a:tcPr anchor="ctr" marL="91440" marR="91440" marT="45720" marB="45720">
                    <a:lnL w="12240">
                      <a:solidFill>
                        <a:srgbClr val="4F81BD"/>
                      </a:solidFill>
                      <a:prstDash val="solid"/>
                    </a:lnL>
                    <a:lnR w="12240">
                      <a:solidFill>
                        <a:srgbClr val="4F81BD"/>
                      </a:solidFill>
                      <a:prstDash val="solid"/>
                    </a:lnR>
                    <a:lnT w="12240">
                      <a:solidFill>
                        <a:srgbClr val="4F81BD"/>
                      </a:solidFill>
                      <a:prstDash val="solid"/>
                    </a:lnT>
                    <a:lnB w="12240">
                      <a:solidFill>
                        <a:srgbClr val="4F81BD"/>
                      </a:solidFill>
                      <a:prstDash val="solid"/>
                    </a:lnB>
                    <a:solidFill>
                      <a:srgbClr val="4F81BD">
                        <a:alpha val="20000"/>
                      </a:srgbClr>
                    </a:solidFill>
                  </a:tcPr>
                </a:tc>
              </a:tr>
            </a:tbl>
          </a:graphicData>
        </a:graphic>
      </p:graphicFrame>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8" name="PlaceHolder 1"/>
          <p:cNvSpPr>
            <a:spLocks noGrp="1"/>
          </p:cNvSpPr>
          <p:nvPr>
            <p:ph type="title"/>
          </p:nvPr>
        </p:nvSpPr>
        <p:spPr>
          <a:xfrm>
            <a:off x="1555200" y="188280"/>
            <a:ext cx="9358560" cy="700560"/>
          </a:xfrm>
          <a:prstGeom prst="rect">
            <a:avLst/>
          </a:prstGeom>
          <a:noFill/>
          <a:ln w="28440">
            <a:solidFill>
              <a:srgbClr val="2D528F"/>
            </a:solidFill>
            <a:round/>
          </a:ln>
        </p:spPr>
        <p:txBody>
          <a:bodyPr lIns="0" tIns="144720" rIns="0" bIns="0" anchor="t">
            <a:spAutoFit/>
          </a:bodyPr>
          <a:p>
            <a:pPr indent="0" algn="ctr">
              <a:lnSpc>
                <a:spcPct val="100000"/>
              </a:lnSpc>
              <a:spcBef>
                <a:spcPts val="1140"/>
              </a:spcBef>
              <a:buNone/>
              <a:tabLst>
                <a:tab pos="0" algn="l"/>
              </a:tabLst>
            </a:pPr>
            <a:r>
              <a:rPr lang="en-US" sz="3600" b="1" u="none" strike="noStrike">
                <a:solidFill>
                  <a:srgbClr val="C00000"/>
                </a:solidFill>
                <a:effectLst/>
                <a:uFillTx/>
                <a:latin typeface="Cambria"/>
              </a:rPr>
              <a:t>OBJECTIVES &amp; METHODOLOGY</a:t>
            </a:r>
            <a:endParaRPr lang="en-IN" sz="3600" b="0" u="none" strike="noStrike">
              <a:solidFill>
                <a:srgbClr val="000000"/>
              </a:solidFill>
              <a:effectLst/>
              <a:uFillTx/>
              <a:latin typeface="Calibri"/>
            </a:endParaRPr>
          </a:p>
        </p:txBody>
      </p:sp>
      <p:grpSp>
        <p:nvGrpSpPr>
          <p:cNvPr id="89" name="object 3"/>
          <p:cNvGrpSpPr/>
          <p:nvPr/>
        </p:nvGrpSpPr>
        <p:grpSpPr>
          <a:xfrm>
            <a:off x="121320" y="90720"/>
            <a:ext cx="11941560" cy="6677640"/>
            <a:chOff x="121320" y="90720"/>
            <a:chExt cx="11941560" cy="6677640"/>
          </a:xfrm>
        </p:grpSpPr>
        <p:sp>
          <p:nvSpPr>
            <p:cNvPr id="90" name="object 4"/>
            <p:cNvSpPr/>
            <p:nvPr/>
          </p:nvSpPr>
          <p:spPr>
            <a:xfrm>
              <a:off x="121320" y="90720"/>
              <a:ext cx="11941560" cy="6677640"/>
            </a:xfrm>
            <a:custGeom>
              <a:avLst/>
              <a:gdLst>
                <a:gd name="textAreaLeft" fmla="*/ 0 w 11941560"/>
                <a:gd name="textAreaRight" fmla="*/ 11942280 w 11941560"/>
                <a:gd name="textAreaTop" fmla="*/ 0 h 6677640"/>
                <a:gd name="textAreaBottom" fmla="*/ 6678360 h 6677640"/>
              </a:gdLst>
              <a:ahLst/>
              <a:cxnLst/>
              <a:rect l="textAreaLeft" t="textAreaTop" r="textAreaRight" b="textAreaBottom"/>
              <a:pathLst>
                <a:path w="11942445" h="6678295">
                  <a:moveTo>
                    <a:pt x="0" y="6678168"/>
                  </a:moveTo>
                  <a:lnTo>
                    <a:pt x="11942064" y="6678168"/>
                  </a:lnTo>
                  <a:lnTo>
                    <a:pt x="11942064" y="0"/>
                  </a:lnTo>
                  <a:lnTo>
                    <a:pt x="0" y="0"/>
                  </a:lnTo>
                  <a:lnTo>
                    <a:pt x="0" y="6678168"/>
                  </a:lnTo>
                  <a:close/>
                </a:path>
              </a:pathLst>
            </a:custGeom>
            <a:noFill/>
            <a:ln w="28575">
              <a:solidFill>
                <a:srgbClr val="2D528F"/>
              </a:solidFill>
              <a:round/>
            </a:ln>
          </p:spPr>
          <p:style>
            <a:lnRef idx="0"/>
            <a:fillRef idx="0"/>
            <a:effectRef idx="0"/>
            <a:fontRef idx="minor"/>
          </p:style>
          <p:txBody>
            <a:bodyPr lIns="0" tIns="0" rIns="0" bIns="0" anchor="t">
              <a:noAutofit/>
            </a:bodyPr>
            <a:p>
              <a:endParaRPr lang="en-IN" sz="1800" b="0" u="none" strike="noStrike">
                <a:solidFill>
                  <a:srgbClr val="000000"/>
                </a:solidFill>
                <a:effectLst/>
                <a:uFillTx/>
                <a:latin typeface="Arial"/>
              </a:endParaRPr>
            </a:p>
          </p:txBody>
        </p:sp>
        <p:pic>
          <p:nvPicPr>
            <p:cNvPr id="91" name="object 5"/>
            <p:cNvPicPr/>
            <p:nvPr/>
          </p:nvPicPr>
          <p:blipFill>
            <a:blip r:embed="rId1"/>
            <a:stretch/>
          </p:blipFill>
          <p:spPr>
            <a:xfrm>
              <a:off x="405360" y="187560"/>
              <a:ext cx="872640" cy="1000440"/>
            </a:xfrm>
            <a:prstGeom prst="rect">
              <a:avLst/>
            </a:prstGeom>
            <a:noFill/>
            <a:ln w="0">
              <a:noFill/>
            </a:ln>
          </p:spPr>
        </p:pic>
      </p:grpSp>
      <p:sp>
        <p:nvSpPr>
          <p:cNvPr id="92" name="object 6"/>
          <p:cNvSpPr/>
          <p:nvPr/>
        </p:nvSpPr>
        <p:spPr>
          <a:xfrm>
            <a:off x="687960" y="1989720"/>
            <a:ext cx="10912320" cy="3744000"/>
          </a:xfrm>
          <a:prstGeom prst="rect">
            <a:avLst/>
          </a:prstGeom>
          <a:noFill/>
          <a:ln w="0">
            <a:noFill/>
          </a:ln>
        </p:spPr>
        <p:style>
          <a:lnRef idx="0"/>
          <a:fillRef idx="0"/>
          <a:effectRef idx="0"/>
          <a:fontRef idx="minor"/>
        </p:style>
        <p:txBody>
          <a:bodyPr lIns="0" tIns="12600" rIns="0" bIns="0" anchor="t">
            <a:spAutoFit/>
          </a:bodyPr>
          <a:p>
            <a:pPr marL="355680" indent="-343080" algn="just">
              <a:lnSpc>
                <a:spcPct val="150000"/>
              </a:lnSpc>
              <a:spcBef>
                <a:spcPts val="99"/>
              </a:spcBef>
              <a:buClr>
                <a:srgbClr val="000000"/>
              </a:buClr>
              <a:buFont typeface="Wingdings" charset="2"/>
              <a:buChar char=""/>
              <a:tabLst>
                <a:tab pos="355680" algn="l"/>
              </a:tabLst>
            </a:pPr>
            <a:r>
              <a:rPr lang="en-US" sz="2000" b="0" u="none" strike="noStrike">
                <a:solidFill>
                  <a:srgbClr val="000000"/>
                </a:solidFill>
                <a:effectLst/>
                <a:uFillTx/>
                <a:latin typeface="Times New Roman"/>
              </a:rPr>
              <a:t> </a:t>
            </a:r>
            <a:r>
              <a:rPr lang="en-IN" sz="2000" b="0" u="none" strike="noStrike">
                <a:solidFill>
                  <a:srgbClr val="000000"/>
                </a:solidFill>
                <a:effectLst/>
                <a:uFillTx/>
                <a:latin typeface="Times New Roman"/>
              </a:rPr>
              <a:t>To develop a robust deep learning model (3D U-Net) for accurate multi-class segmentation of brain tumour regions from multi-modal MRI scans.</a:t>
            </a:r>
            <a:endParaRPr lang="en-IN" sz="2000" b="0" u="none" strike="noStrike">
              <a:solidFill>
                <a:srgbClr val="000000"/>
              </a:solidFill>
              <a:effectLst/>
              <a:uFillTx/>
              <a:latin typeface="Arial"/>
            </a:endParaRPr>
          </a:p>
          <a:p>
            <a:pPr marL="355680" indent="-343080" algn="just">
              <a:lnSpc>
                <a:spcPct val="150000"/>
              </a:lnSpc>
              <a:spcBef>
                <a:spcPts val="99"/>
              </a:spcBef>
              <a:buClr>
                <a:srgbClr val="000000"/>
              </a:buClr>
              <a:buFont typeface="Wingdings" charset="2"/>
              <a:buChar char=""/>
              <a:tabLst>
                <a:tab pos="355680" algn="l"/>
              </a:tabLst>
            </a:pPr>
            <a:r>
              <a:rPr lang="en-IN" sz="2000" b="0" u="none" strike="noStrike">
                <a:solidFill>
                  <a:srgbClr val="000000"/>
                </a:solidFill>
                <a:effectLst/>
                <a:uFillTx/>
                <a:latin typeface="Times New Roman"/>
              </a:rPr>
              <a:t>To enhance segmentation performance by applying advanced preprocessing techniques and optimizing training using Dice loss functions and specialized evaluation metrics.</a:t>
            </a:r>
            <a:endParaRPr lang="en-IN" sz="2000" b="0" u="none" strike="noStrike">
              <a:solidFill>
                <a:srgbClr val="000000"/>
              </a:solidFill>
              <a:effectLst/>
              <a:uFillTx/>
              <a:latin typeface="Arial"/>
            </a:endParaRPr>
          </a:p>
          <a:p>
            <a:pPr marL="355680" indent="-343080" algn="just">
              <a:lnSpc>
                <a:spcPct val="150000"/>
              </a:lnSpc>
              <a:spcBef>
                <a:spcPts val="99"/>
              </a:spcBef>
              <a:buClr>
                <a:srgbClr val="000000"/>
              </a:buClr>
              <a:buFont typeface="Wingdings" charset="2"/>
              <a:buChar char=""/>
              <a:tabLst>
                <a:tab pos="355680" algn="l"/>
              </a:tabLst>
            </a:pPr>
            <a:r>
              <a:rPr lang="en-IN" sz="2000" b="0" u="none" strike="noStrike">
                <a:solidFill>
                  <a:srgbClr val="000000"/>
                </a:solidFill>
                <a:effectLst/>
                <a:uFillTx/>
                <a:latin typeface="Times New Roman"/>
              </a:rPr>
              <a:t>To assist doctors with classifying the tumour and identifying its edges.</a:t>
            </a:r>
            <a:endParaRPr lang="en-IN" sz="2000" b="0" u="none" strike="noStrike">
              <a:solidFill>
                <a:srgbClr val="000000"/>
              </a:solidFill>
              <a:effectLst/>
              <a:uFillTx/>
              <a:latin typeface="Arial"/>
            </a:endParaRPr>
          </a:p>
          <a:p>
            <a:pPr marL="12600" algn="just">
              <a:lnSpc>
                <a:spcPct val="150000"/>
              </a:lnSpc>
              <a:spcBef>
                <a:spcPts val="99"/>
              </a:spcBef>
              <a:tabLst>
                <a:tab pos="355680" algn="l"/>
              </a:tabLst>
            </a:pPr>
            <a:endParaRPr lang="en-IN" sz="2000" b="0" u="none" strike="noStrike">
              <a:solidFill>
                <a:srgbClr val="000000"/>
              </a:solidFill>
              <a:effectLst/>
              <a:uFillTx/>
              <a:latin typeface="Arial"/>
            </a:endParaRPr>
          </a:p>
          <a:p>
            <a:pPr algn="just">
              <a:lnSpc>
                <a:spcPct val="100000"/>
              </a:lnSpc>
              <a:tabLst>
                <a:tab pos="355680" algn="l"/>
              </a:tabLst>
            </a:pPr>
            <a:r>
              <a:rPr lang="en-IN" sz="2000" b="0" u="none" strike="noStrike">
                <a:solidFill>
                  <a:srgbClr val="000000"/>
                </a:solidFill>
                <a:effectLst/>
                <a:uFillTx/>
                <a:latin typeface="Times New Roman"/>
              </a:rPr>
              <a:t>Pre-processed multi-modal MRI data is fed into a 3D U-Net model for voxel-wise tumour segmentation. The model uses skip connections for spatial accuracy and is trained with a Dice loss, and performance evaluated using Dice score and Haus Dorff distance.</a:t>
            </a:r>
            <a:endParaRPr lang="en-IN" sz="2000" b="0" u="none" strike="noStrike">
              <a:solidFill>
                <a:srgbClr val="000000"/>
              </a:solidFill>
              <a:effectLst/>
              <a:uFillTx/>
              <a:latin typeface="Arial"/>
            </a:endParaRPr>
          </a:p>
        </p:txBody>
      </p:sp>
      <p:sp>
        <p:nvSpPr>
          <p:cNvPr id="93" name="object 7"/>
          <p:cNvSpPr/>
          <p:nvPr/>
        </p:nvSpPr>
        <p:spPr>
          <a:xfrm>
            <a:off x="11629800" y="6396120"/>
            <a:ext cx="433080" cy="277560"/>
          </a:xfrm>
          <a:prstGeom prst="rect">
            <a:avLst/>
          </a:prstGeom>
          <a:noFill/>
          <a:ln w="0">
            <a:noFill/>
          </a:ln>
        </p:spPr>
        <p:style>
          <a:lnRef idx="0"/>
          <a:fillRef idx="0"/>
          <a:effectRef idx="0"/>
          <a:fontRef idx="minor"/>
        </p:style>
        <p:txBody>
          <a:bodyPr lIns="0" tIns="1440" rIns="0" bIns="0" anchor="t">
            <a:spAutoFit/>
          </a:bodyPr>
          <a:p>
            <a:pPr marL="12600">
              <a:lnSpc>
                <a:spcPct val="100000"/>
              </a:lnSpc>
              <a:spcBef>
                <a:spcPts val="11"/>
              </a:spcBef>
            </a:pPr>
            <a:r>
              <a:rPr lang="en-US" sz="1800" b="1" u="none" spc="-51" strike="noStrike">
                <a:solidFill>
                  <a:srgbClr val="2D5395"/>
                </a:solidFill>
                <a:effectLst/>
                <a:uFillTx/>
                <a:latin typeface="Cambria"/>
              </a:rPr>
              <a:t>9</a:t>
            </a:r>
            <a:endParaRPr lang="en-IN"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4" name="PlaceHolder 1"/>
          <p:cNvSpPr>
            <a:spLocks noGrp="1"/>
          </p:cNvSpPr>
          <p:nvPr>
            <p:ph type="title"/>
          </p:nvPr>
        </p:nvSpPr>
        <p:spPr>
          <a:xfrm>
            <a:off x="1555200" y="188280"/>
            <a:ext cx="9358560" cy="700560"/>
          </a:xfrm>
          <a:prstGeom prst="rect">
            <a:avLst/>
          </a:prstGeom>
          <a:noFill/>
          <a:ln w="28440">
            <a:solidFill>
              <a:srgbClr val="2D528F"/>
            </a:solidFill>
            <a:round/>
          </a:ln>
        </p:spPr>
        <p:txBody>
          <a:bodyPr lIns="0" tIns="144720" rIns="0" bIns="0" anchor="t">
            <a:spAutoFit/>
          </a:bodyPr>
          <a:p>
            <a:pPr indent="0" algn="ctr">
              <a:lnSpc>
                <a:spcPct val="100000"/>
              </a:lnSpc>
              <a:spcBef>
                <a:spcPts val="1140"/>
              </a:spcBef>
              <a:buNone/>
              <a:tabLst>
                <a:tab pos="0" algn="l"/>
              </a:tabLst>
            </a:pPr>
            <a:r>
              <a:rPr lang="en-IN" sz="3600" b="1" u="none" strike="noStrike">
                <a:solidFill>
                  <a:srgbClr val="C00000"/>
                </a:solidFill>
                <a:effectLst/>
                <a:uFillTx/>
                <a:latin typeface="Times New Roman"/>
              </a:rPr>
              <a:t>PROPOSED</a:t>
            </a:r>
            <a:r>
              <a:rPr lang="en-IN" sz="3600" b="1" u="none" spc="-14" strike="noStrike">
                <a:solidFill>
                  <a:srgbClr val="C00000"/>
                </a:solidFill>
                <a:effectLst/>
                <a:uFillTx/>
                <a:latin typeface="Times New Roman"/>
              </a:rPr>
              <a:t> </a:t>
            </a:r>
            <a:r>
              <a:rPr lang="en-IN" sz="3600" b="1" u="none" spc="-11" strike="noStrike">
                <a:solidFill>
                  <a:srgbClr val="C00000"/>
                </a:solidFill>
                <a:effectLst/>
                <a:uFillTx/>
                <a:latin typeface="Times New Roman"/>
              </a:rPr>
              <a:t>SYSTEM</a:t>
            </a:r>
            <a:endParaRPr lang="en-IN" sz="3600" b="0" u="none" strike="noStrike">
              <a:solidFill>
                <a:srgbClr val="000000"/>
              </a:solidFill>
              <a:effectLst/>
              <a:uFillTx/>
              <a:latin typeface="Calibri"/>
            </a:endParaRPr>
          </a:p>
        </p:txBody>
      </p:sp>
      <p:grpSp>
        <p:nvGrpSpPr>
          <p:cNvPr id="95" name="object 3"/>
          <p:cNvGrpSpPr/>
          <p:nvPr/>
        </p:nvGrpSpPr>
        <p:grpSpPr>
          <a:xfrm>
            <a:off x="121320" y="90720"/>
            <a:ext cx="11941560" cy="6677640"/>
            <a:chOff x="121320" y="90720"/>
            <a:chExt cx="11941560" cy="6677640"/>
          </a:xfrm>
        </p:grpSpPr>
        <p:sp>
          <p:nvSpPr>
            <p:cNvPr id="96" name="object 4"/>
            <p:cNvSpPr/>
            <p:nvPr/>
          </p:nvSpPr>
          <p:spPr>
            <a:xfrm>
              <a:off x="121320" y="90720"/>
              <a:ext cx="11941560" cy="6677640"/>
            </a:xfrm>
            <a:custGeom>
              <a:avLst/>
              <a:gdLst>
                <a:gd name="textAreaLeft" fmla="*/ 0 w 11941560"/>
                <a:gd name="textAreaRight" fmla="*/ 11942280 w 11941560"/>
                <a:gd name="textAreaTop" fmla="*/ 0 h 6677640"/>
                <a:gd name="textAreaBottom" fmla="*/ 6678360 h 6677640"/>
              </a:gdLst>
              <a:ahLst/>
              <a:cxnLst/>
              <a:rect l="textAreaLeft" t="textAreaTop" r="textAreaRight" b="textAreaBottom"/>
              <a:pathLst>
                <a:path w="11942445" h="6678295">
                  <a:moveTo>
                    <a:pt x="0" y="6678168"/>
                  </a:moveTo>
                  <a:lnTo>
                    <a:pt x="11942064" y="6678168"/>
                  </a:lnTo>
                  <a:lnTo>
                    <a:pt x="11942064" y="0"/>
                  </a:lnTo>
                  <a:lnTo>
                    <a:pt x="0" y="0"/>
                  </a:lnTo>
                  <a:lnTo>
                    <a:pt x="0" y="6678168"/>
                  </a:lnTo>
                  <a:close/>
                </a:path>
              </a:pathLst>
            </a:custGeom>
            <a:noFill/>
            <a:ln w="28575">
              <a:solidFill>
                <a:srgbClr val="2D528F"/>
              </a:solidFill>
              <a:round/>
            </a:ln>
          </p:spPr>
          <p:style>
            <a:lnRef idx="0"/>
            <a:fillRef idx="0"/>
            <a:effectRef idx="0"/>
            <a:fontRef idx="minor"/>
          </p:style>
          <p:txBody>
            <a:bodyPr lIns="0" tIns="0" rIns="0" bIns="0" anchor="t">
              <a:noAutofit/>
            </a:bodyPr>
            <a:p>
              <a:endParaRPr lang="en-IN" sz="1800" b="0" u="none" strike="noStrike">
                <a:solidFill>
                  <a:srgbClr val="000000"/>
                </a:solidFill>
                <a:effectLst/>
                <a:uFillTx/>
                <a:latin typeface="Arial"/>
              </a:endParaRPr>
            </a:p>
          </p:txBody>
        </p:sp>
        <p:pic>
          <p:nvPicPr>
            <p:cNvPr id="97" name="object 5"/>
            <p:cNvPicPr/>
            <p:nvPr/>
          </p:nvPicPr>
          <p:blipFill>
            <a:blip r:embed="rId1"/>
            <a:stretch/>
          </p:blipFill>
          <p:spPr>
            <a:xfrm>
              <a:off x="405360" y="187560"/>
              <a:ext cx="872640" cy="1000440"/>
            </a:xfrm>
            <a:prstGeom prst="rect">
              <a:avLst/>
            </a:prstGeom>
            <a:noFill/>
            <a:ln w="0">
              <a:noFill/>
            </a:ln>
          </p:spPr>
        </p:pic>
      </p:grpSp>
      <p:sp>
        <p:nvSpPr>
          <p:cNvPr id="98" name="object 6"/>
          <p:cNvSpPr/>
          <p:nvPr/>
        </p:nvSpPr>
        <p:spPr>
          <a:xfrm>
            <a:off x="716760" y="2473920"/>
            <a:ext cx="10912320" cy="2752560"/>
          </a:xfrm>
          <a:prstGeom prst="rect">
            <a:avLst/>
          </a:prstGeom>
          <a:noFill/>
          <a:ln w="0">
            <a:noFill/>
          </a:ln>
        </p:spPr>
        <p:style>
          <a:lnRef idx="0"/>
          <a:fillRef idx="0"/>
          <a:effectRef idx="0"/>
          <a:fontRef idx="minor"/>
        </p:style>
        <p:txBody>
          <a:bodyPr lIns="0" tIns="12600" rIns="0" bIns="0" anchor="t">
            <a:spAutoFit/>
          </a:bodyPr>
          <a:p>
            <a:pPr marL="12600" algn="just">
              <a:lnSpc>
                <a:spcPct val="150000"/>
              </a:lnSpc>
              <a:spcBef>
                <a:spcPts val="99"/>
              </a:spcBef>
              <a:tabLst>
                <a:tab pos="355680" algn="l"/>
              </a:tabLst>
            </a:pPr>
            <a:r>
              <a:rPr lang="en-IN" sz="2000" b="0" u="none" strike="noStrike">
                <a:solidFill>
                  <a:srgbClr val="000000"/>
                </a:solidFill>
                <a:effectLst/>
                <a:uFillTx/>
                <a:latin typeface="Times New Roman"/>
              </a:rPr>
              <a:t>We propose a deep learning–based system that processes multi-modal MRI scans and performs </a:t>
            </a:r>
            <a:r>
              <a:rPr lang="en-IN" sz="2000" b="1" u="none" strike="noStrike">
                <a:solidFill>
                  <a:srgbClr val="000000"/>
                </a:solidFill>
                <a:effectLst/>
                <a:uFillTx/>
                <a:latin typeface="Times New Roman"/>
              </a:rPr>
              <a:t>voxel-wise multi-class tumour segmentation</a:t>
            </a:r>
            <a:r>
              <a:rPr lang="en-IN" sz="2000" b="0" u="none" strike="noStrike">
                <a:solidFill>
                  <a:srgbClr val="000000"/>
                </a:solidFill>
                <a:effectLst/>
                <a:uFillTx/>
                <a:latin typeface="Times New Roman"/>
              </a:rPr>
              <a:t> using a </a:t>
            </a:r>
            <a:r>
              <a:rPr lang="en-IN" sz="2000" b="1" u="none" strike="noStrike">
                <a:solidFill>
                  <a:srgbClr val="000000"/>
                </a:solidFill>
                <a:effectLst/>
                <a:uFillTx/>
                <a:latin typeface="Times New Roman"/>
              </a:rPr>
              <a:t>3D U-Net architecture</a:t>
            </a:r>
            <a:r>
              <a:rPr lang="en-IN" sz="2000" b="0" u="none" strike="noStrike">
                <a:solidFill>
                  <a:srgbClr val="000000"/>
                </a:solidFill>
                <a:effectLst/>
                <a:uFillTx/>
                <a:latin typeface="Times New Roman"/>
              </a:rPr>
              <a:t>. The system integrates preprocessing, feature extraction, and spatial reconstruction to accurately identify tumour regions while preserving fine anatomical details.</a:t>
            </a:r>
            <a:endParaRPr lang="en-IN" sz="2000" b="0" u="none" strike="noStrike">
              <a:solidFill>
                <a:srgbClr val="000000"/>
              </a:solidFill>
              <a:effectLst/>
              <a:uFillTx/>
              <a:latin typeface="Arial"/>
            </a:endParaRPr>
          </a:p>
          <a:p>
            <a:pPr marL="12600" algn="just">
              <a:lnSpc>
                <a:spcPct val="150000"/>
              </a:lnSpc>
              <a:spcBef>
                <a:spcPts val="99"/>
              </a:spcBef>
              <a:tabLst>
                <a:tab pos="355680" algn="l"/>
              </a:tabLst>
            </a:pPr>
            <a:endParaRPr lang="en-IN" sz="2000" b="0" u="none" strike="noStrike">
              <a:solidFill>
                <a:srgbClr val="000000"/>
              </a:solidFill>
              <a:effectLst/>
              <a:uFillTx/>
              <a:latin typeface="Arial"/>
            </a:endParaRPr>
          </a:p>
          <a:p>
            <a:pPr marL="12600" algn="just">
              <a:lnSpc>
                <a:spcPct val="150000"/>
              </a:lnSpc>
              <a:spcBef>
                <a:spcPts val="99"/>
              </a:spcBef>
              <a:tabLst>
                <a:tab pos="355680" algn="l"/>
              </a:tabLst>
            </a:pPr>
            <a:endParaRPr lang="en-IN" sz="2000" b="0" u="none" strike="noStrike">
              <a:solidFill>
                <a:srgbClr val="000000"/>
              </a:solidFill>
              <a:effectLst/>
              <a:uFillTx/>
              <a:latin typeface="Arial"/>
            </a:endParaRPr>
          </a:p>
        </p:txBody>
      </p:sp>
      <p:sp>
        <p:nvSpPr>
          <p:cNvPr id="99" name="object 7"/>
          <p:cNvSpPr/>
          <p:nvPr/>
        </p:nvSpPr>
        <p:spPr>
          <a:xfrm>
            <a:off x="11629800" y="6396120"/>
            <a:ext cx="433080" cy="277560"/>
          </a:xfrm>
          <a:prstGeom prst="rect">
            <a:avLst/>
          </a:prstGeom>
          <a:noFill/>
          <a:ln w="0">
            <a:noFill/>
          </a:ln>
        </p:spPr>
        <p:style>
          <a:lnRef idx="0"/>
          <a:fillRef idx="0"/>
          <a:effectRef idx="0"/>
          <a:fontRef idx="minor"/>
        </p:style>
        <p:txBody>
          <a:bodyPr lIns="0" tIns="1440" rIns="0" bIns="0" anchor="t">
            <a:spAutoFit/>
          </a:bodyPr>
          <a:p>
            <a:pPr marL="12600">
              <a:lnSpc>
                <a:spcPct val="100000"/>
              </a:lnSpc>
              <a:spcBef>
                <a:spcPts val="11"/>
              </a:spcBef>
            </a:pPr>
            <a:r>
              <a:rPr lang="en-US" sz="1800" b="1" u="none" spc="-51" strike="noStrike">
                <a:solidFill>
                  <a:srgbClr val="2D5395"/>
                </a:solidFill>
                <a:effectLst/>
                <a:uFillTx/>
                <a:latin typeface="Cambria"/>
              </a:rPr>
              <a:t>10</a:t>
            </a:r>
            <a:endParaRPr lang="en-IN"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0" name="PlaceHolder 1"/>
          <p:cNvSpPr>
            <a:spLocks noGrp="1"/>
          </p:cNvSpPr>
          <p:nvPr>
            <p:ph type="title"/>
          </p:nvPr>
        </p:nvSpPr>
        <p:spPr>
          <a:xfrm>
            <a:off x="1555200" y="188280"/>
            <a:ext cx="9358560" cy="700560"/>
          </a:xfrm>
          <a:prstGeom prst="rect">
            <a:avLst/>
          </a:prstGeom>
          <a:noFill/>
          <a:ln w="28440">
            <a:solidFill>
              <a:srgbClr val="2D528F"/>
            </a:solidFill>
            <a:round/>
          </a:ln>
        </p:spPr>
        <p:txBody>
          <a:bodyPr lIns="0" tIns="144720" rIns="0" bIns="0" anchor="t">
            <a:spAutoFit/>
          </a:bodyPr>
          <a:p>
            <a:pPr indent="0" algn="ctr">
              <a:lnSpc>
                <a:spcPct val="100000"/>
              </a:lnSpc>
              <a:spcBef>
                <a:spcPts val="1140"/>
              </a:spcBef>
              <a:buNone/>
              <a:tabLst>
                <a:tab pos="0" algn="l"/>
              </a:tabLst>
            </a:pPr>
            <a:r>
              <a:rPr lang="en-US" sz="3600" b="1" u="none" spc="204" strike="noStrike">
                <a:solidFill>
                  <a:srgbClr val="C00000"/>
                </a:solidFill>
                <a:effectLst/>
                <a:uFillTx/>
                <a:latin typeface="Cambria"/>
              </a:rPr>
              <a:t>FLOWCHART </a:t>
            </a:r>
            <a:endParaRPr lang="en-IN" sz="3600" b="0" u="none" strike="noStrike">
              <a:solidFill>
                <a:srgbClr val="000000"/>
              </a:solidFill>
              <a:effectLst/>
              <a:uFillTx/>
              <a:latin typeface="Calibri"/>
            </a:endParaRPr>
          </a:p>
        </p:txBody>
      </p:sp>
      <p:grpSp>
        <p:nvGrpSpPr>
          <p:cNvPr id="101" name="object 3"/>
          <p:cNvGrpSpPr/>
          <p:nvPr/>
        </p:nvGrpSpPr>
        <p:grpSpPr>
          <a:xfrm>
            <a:off x="121320" y="90720"/>
            <a:ext cx="11941560" cy="6677640"/>
            <a:chOff x="121320" y="90720"/>
            <a:chExt cx="11941560" cy="6677640"/>
          </a:xfrm>
        </p:grpSpPr>
        <p:sp>
          <p:nvSpPr>
            <p:cNvPr id="102" name="object 4"/>
            <p:cNvSpPr/>
            <p:nvPr/>
          </p:nvSpPr>
          <p:spPr>
            <a:xfrm>
              <a:off x="121320" y="90720"/>
              <a:ext cx="11941560" cy="6677640"/>
            </a:xfrm>
            <a:custGeom>
              <a:avLst/>
              <a:gdLst>
                <a:gd name="textAreaLeft" fmla="*/ 0 w 11941560"/>
                <a:gd name="textAreaRight" fmla="*/ 11942280 w 11941560"/>
                <a:gd name="textAreaTop" fmla="*/ 0 h 6677640"/>
                <a:gd name="textAreaBottom" fmla="*/ 6678360 h 6677640"/>
              </a:gdLst>
              <a:ahLst/>
              <a:cxnLst/>
              <a:rect l="textAreaLeft" t="textAreaTop" r="textAreaRight" b="textAreaBottom"/>
              <a:pathLst>
                <a:path w="11942445" h="6678295">
                  <a:moveTo>
                    <a:pt x="0" y="6678168"/>
                  </a:moveTo>
                  <a:lnTo>
                    <a:pt x="11942064" y="6678168"/>
                  </a:lnTo>
                  <a:lnTo>
                    <a:pt x="11942064" y="0"/>
                  </a:lnTo>
                  <a:lnTo>
                    <a:pt x="0" y="0"/>
                  </a:lnTo>
                  <a:lnTo>
                    <a:pt x="0" y="6678168"/>
                  </a:lnTo>
                  <a:close/>
                </a:path>
              </a:pathLst>
            </a:custGeom>
            <a:noFill/>
            <a:ln w="28575">
              <a:solidFill>
                <a:srgbClr val="2D528F"/>
              </a:solidFill>
              <a:round/>
            </a:ln>
          </p:spPr>
          <p:style>
            <a:lnRef idx="0"/>
            <a:fillRef idx="0"/>
            <a:effectRef idx="0"/>
            <a:fontRef idx="minor"/>
          </p:style>
          <p:txBody>
            <a:bodyPr lIns="0" tIns="0" rIns="0" bIns="0" anchor="t">
              <a:noAutofit/>
            </a:bodyPr>
            <a:p>
              <a:endParaRPr lang="en-IN" sz="1800" b="0" u="none" strike="noStrike">
                <a:solidFill>
                  <a:srgbClr val="000000"/>
                </a:solidFill>
                <a:effectLst/>
                <a:uFillTx/>
                <a:latin typeface="Arial"/>
              </a:endParaRPr>
            </a:p>
          </p:txBody>
        </p:sp>
        <p:pic>
          <p:nvPicPr>
            <p:cNvPr id="103" name="object 5"/>
            <p:cNvPicPr/>
            <p:nvPr/>
          </p:nvPicPr>
          <p:blipFill>
            <a:blip r:embed="rId1"/>
            <a:stretch/>
          </p:blipFill>
          <p:spPr>
            <a:xfrm>
              <a:off x="405360" y="187560"/>
              <a:ext cx="872640" cy="1000440"/>
            </a:xfrm>
            <a:prstGeom prst="rect">
              <a:avLst/>
            </a:prstGeom>
            <a:noFill/>
            <a:ln w="0">
              <a:noFill/>
            </a:ln>
          </p:spPr>
        </p:pic>
      </p:grpSp>
      <p:sp>
        <p:nvSpPr>
          <p:cNvPr id="104" name="object 7"/>
          <p:cNvSpPr/>
          <p:nvPr/>
        </p:nvSpPr>
        <p:spPr>
          <a:xfrm>
            <a:off x="11629800" y="6396120"/>
            <a:ext cx="433080" cy="277560"/>
          </a:xfrm>
          <a:prstGeom prst="rect">
            <a:avLst/>
          </a:prstGeom>
          <a:noFill/>
          <a:ln w="0">
            <a:noFill/>
          </a:ln>
        </p:spPr>
        <p:style>
          <a:lnRef idx="0"/>
          <a:fillRef idx="0"/>
          <a:effectRef idx="0"/>
          <a:fontRef idx="minor"/>
        </p:style>
        <p:txBody>
          <a:bodyPr lIns="0" tIns="1440" rIns="0" bIns="0" anchor="t">
            <a:spAutoFit/>
          </a:bodyPr>
          <a:p>
            <a:pPr marL="12600">
              <a:lnSpc>
                <a:spcPct val="100000"/>
              </a:lnSpc>
              <a:spcBef>
                <a:spcPts val="11"/>
              </a:spcBef>
            </a:pPr>
            <a:r>
              <a:rPr lang="en-US" sz="1800" b="1" u="none" spc="-51" strike="noStrike">
                <a:solidFill>
                  <a:srgbClr val="2D5395"/>
                </a:solidFill>
                <a:effectLst/>
                <a:uFillTx/>
                <a:latin typeface="Cambria"/>
              </a:rPr>
              <a:t>11</a:t>
            </a:r>
            <a:endParaRPr lang="en-IN" sz="1800" b="0" u="none" strike="noStrike">
              <a:solidFill>
                <a:srgbClr val="000000"/>
              </a:solidFill>
              <a:effectLst/>
              <a:uFillTx/>
              <a:latin typeface="Arial"/>
            </a:endParaRPr>
          </a:p>
        </p:txBody>
      </p:sp>
      <p:sp>
        <p:nvSpPr>
          <p:cNvPr id="105" name="Rounded Rectangle 7"/>
          <p:cNvSpPr/>
          <p:nvPr/>
        </p:nvSpPr>
        <p:spPr>
          <a:xfrm>
            <a:off x="4568040" y="2201040"/>
            <a:ext cx="3047400" cy="931680"/>
          </a:xfrm>
          <a:prstGeom prst="roundRect">
            <a:avLst>
              <a:gd name="adj" fmla="val 16667"/>
            </a:avLst>
          </a:prstGeom>
          <a:solidFill>
            <a:srgbClr val="FFFFFF"/>
          </a:solidFill>
          <a:ln>
            <a:solidFill>
              <a:srgbClr val="4F81BD"/>
            </a:solidFill>
            <a:round/>
          </a:ln>
        </p:spPr>
        <p:style>
          <a:lnRef idx="2">
            <a:schemeClr val="accent6"/>
          </a:lnRef>
          <a:fillRef idx="1">
            <a:schemeClr val="lt1"/>
          </a:fillRef>
          <a:effectRef idx="0">
            <a:schemeClr val="accent6"/>
          </a:effectRef>
          <a:fontRef idx="minor"/>
        </p:style>
        <p:txBody>
          <a:bodyPr lIns="90000" tIns="45000" rIns="90000" bIns="45000" anchor="ctr">
            <a:noAutofit/>
          </a:bodyPr>
          <a:p>
            <a:pPr algn="ctr">
              <a:lnSpc>
                <a:spcPct val="100000"/>
              </a:lnSpc>
            </a:pPr>
            <a:r>
              <a:rPr lang="en-US" sz="1800" b="0" u="none" strike="noStrike">
                <a:solidFill>
                  <a:schemeClr val="dk1"/>
                </a:solidFill>
                <a:effectLst/>
                <a:uFillTx/>
                <a:latin typeface="Calibri"/>
              </a:rPr>
              <a:t>CONVERT TO BRATS</a:t>
            </a:r>
            <a:endParaRPr lang="en-IN" sz="1800" b="0" u="none" strike="noStrike">
              <a:solidFill>
                <a:srgbClr val="000000"/>
              </a:solidFill>
              <a:effectLst/>
              <a:uFillTx/>
              <a:latin typeface="Arial"/>
            </a:endParaRPr>
          </a:p>
          <a:p>
            <a:pPr algn="ctr">
              <a:lnSpc>
                <a:spcPct val="100000"/>
              </a:lnSpc>
            </a:pPr>
            <a:r>
              <a:rPr lang="en-US" sz="1800" b="0" u="none" strike="noStrike">
                <a:solidFill>
                  <a:schemeClr val="dk1"/>
                </a:solidFill>
                <a:effectLst/>
                <a:uFillTx/>
                <a:latin typeface="Calibri"/>
              </a:rPr>
              <a:t>Ingestion &amp; Preprocessing</a:t>
            </a:r>
            <a:endParaRPr lang="en-IN" sz="1800" b="0" u="none" strike="noStrike">
              <a:solidFill>
                <a:srgbClr val="000000"/>
              </a:solidFill>
              <a:effectLst/>
              <a:uFillTx/>
              <a:latin typeface="Arial"/>
            </a:endParaRPr>
          </a:p>
        </p:txBody>
      </p:sp>
      <p:sp>
        <p:nvSpPr>
          <p:cNvPr id="106" name="Rounded Rectangle 8"/>
          <p:cNvSpPr/>
          <p:nvPr/>
        </p:nvSpPr>
        <p:spPr>
          <a:xfrm>
            <a:off x="4568040" y="1082160"/>
            <a:ext cx="3047400" cy="931680"/>
          </a:xfrm>
          <a:prstGeom prst="roundRect">
            <a:avLst>
              <a:gd name="adj" fmla="val 16667"/>
            </a:avLst>
          </a:prstGeom>
          <a:solidFill>
            <a:srgbClr val="FFFFFF"/>
          </a:solidFill>
          <a:ln>
            <a:solidFill>
              <a:srgbClr val="4F81BD"/>
            </a:solidFill>
            <a:round/>
          </a:ln>
        </p:spPr>
        <p:style>
          <a:lnRef idx="2">
            <a:schemeClr val="accent6"/>
          </a:lnRef>
          <a:fillRef idx="1">
            <a:schemeClr val="lt1"/>
          </a:fillRef>
          <a:effectRef idx="0">
            <a:schemeClr val="accent6"/>
          </a:effectRef>
          <a:fontRef idx="minor"/>
        </p:style>
        <p:txBody>
          <a:bodyPr lIns="90000" tIns="45000" rIns="90000" bIns="45000" anchor="ctr">
            <a:noAutofit/>
          </a:bodyPr>
          <a:p>
            <a:pPr algn="ctr">
              <a:lnSpc>
                <a:spcPct val="100000"/>
              </a:lnSpc>
            </a:pPr>
            <a:r>
              <a:rPr lang="en-US" sz="1800" b="0" u="none" strike="noStrike">
                <a:solidFill>
                  <a:schemeClr val="dk1"/>
                </a:solidFill>
                <a:effectLst/>
                <a:uFillTx/>
                <a:latin typeface="Calibri"/>
              </a:rPr>
              <a:t>MRI SCANS</a:t>
            </a:r>
            <a:endParaRPr lang="en-IN" sz="1800" b="0" u="none" strike="noStrike">
              <a:solidFill>
                <a:srgbClr val="000000"/>
              </a:solidFill>
              <a:effectLst/>
              <a:uFillTx/>
              <a:latin typeface="Arial"/>
            </a:endParaRPr>
          </a:p>
          <a:p>
            <a:pPr algn="ctr">
              <a:lnSpc>
                <a:spcPct val="100000"/>
              </a:lnSpc>
            </a:pPr>
            <a:r>
              <a:rPr lang="en-US" sz="1800" b="0" u="none" strike="noStrike">
                <a:solidFill>
                  <a:schemeClr val="dk1"/>
                </a:solidFill>
                <a:effectLst/>
                <a:uFillTx/>
                <a:latin typeface="Calibri"/>
              </a:rPr>
              <a:t>Raw Patient Inputs</a:t>
            </a:r>
            <a:endParaRPr lang="en-IN" sz="1800" b="0" u="none" strike="noStrike">
              <a:solidFill>
                <a:srgbClr val="000000"/>
              </a:solidFill>
              <a:effectLst/>
              <a:uFillTx/>
              <a:latin typeface="Arial"/>
            </a:endParaRPr>
          </a:p>
        </p:txBody>
      </p:sp>
      <p:sp>
        <p:nvSpPr>
          <p:cNvPr id="107" name="Rounded Rectangle 9"/>
          <p:cNvSpPr/>
          <p:nvPr/>
        </p:nvSpPr>
        <p:spPr>
          <a:xfrm>
            <a:off x="4568040" y="3338280"/>
            <a:ext cx="3047400" cy="931680"/>
          </a:xfrm>
          <a:prstGeom prst="roundRect">
            <a:avLst>
              <a:gd name="adj" fmla="val 16667"/>
            </a:avLst>
          </a:prstGeom>
          <a:solidFill>
            <a:srgbClr val="FFFFFF"/>
          </a:solidFill>
          <a:ln>
            <a:solidFill>
              <a:srgbClr val="4F81BD"/>
            </a:solidFill>
            <a:round/>
          </a:ln>
        </p:spPr>
        <p:style>
          <a:lnRef idx="2">
            <a:schemeClr val="accent6"/>
          </a:lnRef>
          <a:fillRef idx="1">
            <a:schemeClr val="lt1"/>
          </a:fillRef>
          <a:effectRef idx="0">
            <a:schemeClr val="accent6"/>
          </a:effectRef>
          <a:fontRef idx="minor"/>
        </p:style>
        <p:txBody>
          <a:bodyPr lIns="90000" tIns="45000" rIns="90000" bIns="45000" anchor="ctr">
            <a:noAutofit/>
          </a:bodyPr>
          <a:p>
            <a:pPr algn="ctr">
              <a:lnSpc>
                <a:spcPct val="100000"/>
              </a:lnSpc>
            </a:pPr>
            <a:r>
              <a:rPr lang="en-US" sz="1800" b="0" u="none" strike="noStrike">
                <a:solidFill>
                  <a:schemeClr val="dk1"/>
                </a:solidFill>
                <a:effectLst/>
                <a:uFillTx/>
                <a:latin typeface="Calibri"/>
              </a:rPr>
              <a:t>MODEL INFERENCE</a:t>
            </a:r>
            <a:endParaRPr lang="en-IN" sz="1800" b="0" u="none" strike="noStrike">
              <a:solidFill>
                <a:srgbClr val="000000"/>
              </a:solidFill>
              <a:effectLst/>
              <a:uFillTx/>
              <a:latin typeface="Arial"/>
            </a:endParaRPr>
          </a:p>
          <a:p>
            <a:pPr algn="ctr">
              <a:lnSpc>
                <a:spcPct val="100000"/>
              </a:lnSpc>
            </a:pPr>
            <a:r>
              <a:rPr lang="en-US" sz="1800" b="0" u="none" strike="noStrike">
                <a:solidFill>
                  <a:schemeClr val="dk1"/>
                </a:solidFill>
                <a:effectLst/>
                <a:uFillTx/>
                <a:latin typeface="Calibri"/>
              </a:rPr>
              <a:t>3D U-Net Segmentation</a:t>
            </a:r>
            <a:endParaRPr lang="en-IN" sz="1800" b="0" u="none" strike="noStrike">
              <a:solidFill>
                <a:srgbClr val="000000"/>
              </a:solidFill>
              <a:effectLst/>
              <a:uFillTx/>
              <a:latin typeface="Arial"/>
            </a:endParaRPr>
          </a:p>
        </p:txBody>
      </p:sp>
      <p:sp>
        <p:nvSpPr>
          <p:cNvPr id="108" name="Rounded Rectangle 10"/>
          <p:cNvSpPr/>
          <p:nvPr/>
        </p:nvSpPr>
        <p:spPr>
          <a:xfrm>
            <a:off x="4568040" y="4457160"/>
            <a:ext cx="3047400" cy="931680"/>
          </a:xfrm>
          <a:prstGeom prst="roundRect">
            <a:avLst>
              <a:gd name="adj" fmla="val 16667"/>
            </a:avLst>
          </a:prstGeom>
          <a:solidFill>
            <a:srgbClr val="FFFFFF"/>
          </a:solidFill>
          <a:ln>
            <a:solidFill>
              <a:srgbClr val="4F81BD"/>
            </a:solidFill>
            <a:round/>
          </a:ln>
        </p:spPr>
        <p:style>
          <a:lnRef idx="2">
            <a:schemeClr val="accent6"/>
          </a:lnRef>
          <a:fillRef idx="1">
            <a:schemeClr val="lt1"/>
          </a:fillRef>
          <a:effectRef idx="0">
            <a:schemeClr val="accent6"/>
          </a:effectRef>
          <a:fontRef idx="minor"/>
        </p:style>
        <p:txBody>
          <a:bodyPr lIns="90000" tIns="45000" rIns="90000" bIns="45000" anchor="ctr">
            <a:noAutofit/>
          </a:bodyPr>
          <a:p>
            <a:pPr algn="ctr">
              <a:lnSpc>
                <a:spcPct val="100000"/>
              </a:lnSpc>
            </a:pPr>
            <a:r>
              <a:rPr lang="en-US" sz="1800" b="0" u="none" strike="noStrike">
                <a:solidFill>
                  <a:schemeClr val="dk1"/>
                </a:solidFill>
                <a:effectLst/>
                <a:uFillTx/>
                <a:latin typeface="Calibri"/>
              </a:rPr>
              <a:t>VOLUMETRICS</a:t>
            </a:r>
            <a:endParaRPr lang="en-IN" sz="1800" b="0" u="none" strike="noStrike">
              <a:solidFill>
                <a:srgbClr val="000000"/>
              </a:solidFill>
              <a:effectLst/>
              <a:uFillTx/>
              <a:latin typeface="Arial"/>
            </a:endParaRPr>
          </a:p>
          <a:p>
            <a:pPr algn="ctr">
              <a:lnSpc>
                <a:spcPct val="100000"/>
              </a:lnSpc>
            </a:pPr>
            <a:r>
              <a:rPr lang="en-US" sz="1800" b="0" u="none" strike="noStrike">
                <a:solidFill>
                  <a:schemeClr val="dk1"/>
                </a:solidFill>
                <a:effectLst/>
                <a:uFillTx/>
                <a:latin typeface="Calibri"/>
              </a:rPr>
              <a:t>Tumor Volume &amp; Edges</a:t>
            </a:r>
            <a:endParaRPr lang="en-IN" sz="1800" b="0" u="none" strike="noStrike">
              <a:solidFill>
                <a:srgbClr val="000000"/>
              </a:solidFill>
              <a:effectLst/>
              <a:uFillTx/>
              <a:latin typeface="Arial"/>
            </a:endParaRPr>
          </a:p>
        </p:txBody>
      </p:sp>
      <p:sp>
        <p:nvSpPr>
          <p:cNvPr id="109" name="Rounded Rectangle 11"/>
          <p:cNvSpPr/>
          <p:nvPr/>
        </p:nvSpPr>
        <p:spPr>
          <a:xfrm>
            <a:off x="4574160" y="5576040"/>
            <a:ext cx="3047400" cy="931680"/>
          </a:xfrm>
          <a:prstGeom prst="roundRect">
            <a:avLst>
              <a:gd name="adj" fmla="val 16667"/>
            </a:avLst>
          </a:prstGeom>
          <a:solidFill>
            <a:srgbClr val="FFFFFF"/>
          </a:solidFill>
          <a:ln>
            <a:solidFill>
              <a:srgbClr val="4F81BD"/>
            </a:solidFill>
            <a:round/>
          </a:ln>
        </p:spPr>
        <p:style>
          <a:lnRef idx="2">
            <a:schemeClr val="accent6"/>
          </a:lnRef>
          <a:fillRef idx="1">
            <a:schemeClr val="lt1"/>
          </a:fillRef>
          <a:effectRef idx="0">
            <a:schemeClr val="accent6"/>
          </a:effectRef>
          <a:fontRef idx="minor"/>
        </p:style>
        <p:txBody>
          <a:bodyPr lIns="90000" tIns="45000" rIns="90000" bIns="45000" anchor="ctr">
            <a:noAutofit/>
          </a:bodyPr>
          <a:p>
            <a:pPr algn="ctr">
              <a:lnSpc>
                <a:spcPct val="100000"/>
              </a:lnSpc>
            </a:pPr>
            <a:r>
              <a:rPr lang="en-US" sz="1800" b="0" u="none" strike="noStrike">
                <a:solidFill>
                  <a:schemeClr val="dk1"/>
                </a:solidFill>
                <a:effectLst/>
                <a:uFillTx/>
                <a:latin typeface="Calibri"/>
              </a:rPr>
              <a:t>3D VISUALIZATION</a:t>
            </a:r>
            <a:endParaRPr lang="en-IN" sz="1800" b="0" u="none" strike="noStrike">
              <a:solidFill>
                <a:srgbClr val="000000"/>
              </a:solidFill>
              <a:effectLst/>
              <a:uFillTx/>
              <a:latin typeface="Arial"/>
            </a:endParaRPr>
          </a:p>
          <a:p>
            <a:pPr algn="ctr">
              <a:lnSpc>
                <a:spcPct val="100000"/>
              </a:lnSpc>
            </a:pPr>
            <a:r>
              <a:rPr lang="en-US" sz="1800" b="0" u="none" strike="noStrike">
                <a:solidFill>
                  <a:schemeClr val="dk1"/>
                </a:solidFill>
                <a:effectLst/>
                <a:uFillTx/>
                <a:latin typeface="Calibri"/>
              </a:rPr>
              <a:t>Interactive Front-End</a:t>
            </a:r>
            <a:endParaRPr lang="en-IN" sz="1800" b="0" u="none" strike="noStrike">
              <a:solidFill>
                <a:srgbClr val="000000"/>
              </a:solidFill>
              <a:effectLst/>
              <a:uFillTx/>
              <a:latin typeface="Arial"/>
            </a:endParaRPr>
          </a:p>
        </p:txBody>
      </p:sp>
      <p:cxnSp>
        <p:nvCxnSpPr>
          <p:cNvPr id="110" name="Straight Arrow Connector 13"/>
          <p:cNvCxnSpPr>
            <a:stCxn id="107" idx="2"/>
            <a:endCxn id="108" idx="0"/>
          </p:cNvCxnSpPr>
          <p:nvPr/>
        </p:nvCxnSpPr>
        <p:spPr>
          <a:xfrm>
            <a:off x="6091920" y="4269960"/>
            <a:ext cx="360" cy="187560"/>
          </a:xfrm>
          <a:prstGeom prst="straightConnector1">
            <a:avLst/>
          </a:prstGeom>
          <a:ln w="0">
            <a:solidFill>
              <a:srgbClr val="4A7EBB"/>
            </a:solidFill>
            <a:tailEnd len="med" type="triangle" w="med"/>
          </a:ln>
        </p:spPr>
      </p:cxnSp>
      <p:cxnSp>
        <p:nvCxnSpPr>
          <p:cNvPr id="111" name="Straight Arrow Connector 16"/>
          <p:cNvCxnSpPr>
            <a:stCxn id="105" idx="2"/>
            <a:endCxn id="107" idx="0"/>
          </p:cNvCxnSpPr>
          <p:nvPr/>
        </p:nvCxnSpPr>
        <p:spPr>
          <a:xfrm>
            <a:off x="6091920" y="3132720"/>
            <a:ext cx="360" cy="205920"/>
          </a:xfrm>
          <a:prstGeom prst="straightConnector1">
            <a:avLst/>
          </a:prstGeom>
          <a:ln w="0">
            <a:solidFill>
              <a:srgbClr val="4A7EBB"/>
            </a:solidFill>
            <a:tailEnd len="med" type="triangle" w="med"/>
          </a:ln>
        </p:spPr>
      </p:cxnSp>
      <p:cxnSp>
        <p:nvCxnSpPr>
          <p:cNvPr id="112" name="Straight Arrow Connector 22"/>
          <p:cNvCxnSpPr/>
          <p:nvPr/>
        </p:nvCxnSpPr>
        <p:spPr>
          <a:xfrm>
            <a:off x="6073560" y="2007000"/>
            <a:ext cx="720" cy="194760"/>
          </a:xfrm>
          <a:prstGeom prst="straightConnector1">
            <a:avLst/>
          </a:prstGeom>
          <a:ln w="0">
            <a:solidFill>
              <a:srgbClr val="4A7EBB"/>
            </a:solidFill>
            <a:tailEnd len="med" type="triangle" w="med"/>
          </a:ln>
        </p:spPr>
      </p:cxnSp>
      <p:cxnSp>
        <p:nvCxnSpPr>
          <p:cNvPr id="113" name="Straight Arrow Connector 25"/>
          <p:cNvCxnSpPr/>
          <p:nvPr/>
        </p:nvCxnSpPr>
        <p:spPr>
          <a:xfrm>
            <a:off x="6112440" y="5382000"/>
            <a:ext cx="720" cy="194400"/>
          </a:xfrm>
          <a:prstGeom prst="straightConnector1">
            <a:avLst/>
          </a:prstGeom>
          <a:ln w="0">
            <a:solidFill>
              <a:srgbClr val="4A7EBB"/>
            </a:solidFill>
            <a:tailEnd len="med" type="triangle" w="med"/>
          </a:ln>
        </p:spPr>
      </p:cxn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4" name="PlaceHolder 1"/>
          <p:cNvSpPr>
            <a:spLocks noGrp="1"/>
          </p:cNvSpPr>
          <p:nvPr>
            <p:ph type="title"/>
          </p:nvPr>
        </p:nvSpPr>
        <p:spPr>
          <a:xfrm>
            <a:off x="1555200" y="188280"/>
            <a:ext cx="9358560" cy="700560"/>
          </a:xfrm>
          <a:prstGeom prst="rect">
            <a:avLst/>
          </a:prstGeom>
          <a:noFill/>
          <a:ln w="28440">
            <a:solidFill>
              <a:srgbClr val="2D528F"/>
            </a:solidFill>
            <a:round/>
          </a:ln>
        </p:spPr>
        <p:txBody>
          <a:bodyPr lIns="0" tIns="144720" rIns="0" bIns="0" anchor="t">
            <a:spAutoFit/>
          </a:bodyPr>
          <a:p>
            <a:pPr indent="0" algn="ctr">
              <a:lnSpc>
                <a:spcPct val="100000"/>
              </a:lnSpc>
              <a:spcBef>
                <a:spcPts val="1140"/>
              </a:spcBef>
              <a:buNone/>
              <a:tabLst>
                <a:tab pos="0" algn="l"/>
              </a:tabLst>
            </a:pPr>
            <a:r>
              <a:rPr lang="en-IN" sz="3600" b="1" u="none" spc="-11" strike="noStrike">
                <a:solidFill>
                  <a:srgbClr val="C00000"/>
                </a:solidFill>
                <a:effectLst/>
                <a:uFillTx/>
                <a:latin typeface="Times New Roman"/>
              </a:rPr>
              <a:t>ALGORITHM</a:t>
            </a:r>
            <a:endParaRPr lang="en-IN" sz="3600" b="0" u="none" strike="noStrike">
              <a:solidFill>
                <a:srgbClr val="000000"/>
              </a:solidFill>
              <a:effectLst/>
              <a:uFillTx/>
              <a:latin typeface="Calibri"/>
            </a:endParaRPr>
          </a:p>
        </p:txBody>
      </p:sp>
      <p:grpSp>
        <p:nvGrpSpPr>
          <p:cNvPr id="115" name="object 3"/>
          <p:cNvGrpSpPr/>
          <p:nvPr/>
        </p:nvGrpSpPr>
        <p:grpSpPr>
          <a:xfrm>
            <a:off x="121320" y="90720"/>
            <a:ext cx="11941560" cy="6677640"/>
            <a:chOff x="121320" y="90720"/>
            <a:chExt cx="11941560" cy="6677640"/>
          </a:xfrm>
        </p:grpSpPr>
        <p:sp>
          <p:nvSpPr>
            <p:cNvPr id="116" name="object 4"/>
            <p:cNvSpPr/>
            <p:nvPr/>
          </p:nvSpPr>
          <p:spPr>
            <a:xfrm>
              <a:off x="121320" y="90720"/>
              <a:ext cx="11941560" cy="6677640"/>
            </a:xfrm>
            <a:custGeom>
              <a:avLst/>
              <a:gdLst>
                <a:gd name="textAreaLeft" fmla="*/ 0 w 11941560"/>
                <a:gd name="textAreaRight" fmla="*/ 11942280 w 11941560"/>
                <a:gd name="textAreaTop" fmla="*/ 0 h 6677640"/>
                <a:gd name="textAreaBottom" fmla="*/ 6678360 h 6677640"/>
              </a:gdLst>
              <a:ahLst/>
              <a:cxnLst/>
              <a:rect l="textAreaLeft" t="textAreaTop" r="textAreaRight" b="textAreaBottom"/>
              <a:pathLst>
                <a:path w="11942445" h="6678295">
                  <a:moveTo>
                    <a:pt x="0" y="6678168"/>
                  </a:moveTo>
                  <a:lnTo>
                    <a:pt x="11942064" y="6678168"/>
                  </a:lnTo>
                  <a:lnTo>
                    <a:pt x="11942064" y="0"/>
                  </a:lnTo>
                  <a:lnTo>
                    <a:pt x="0" y="0"/>
                  </a:lnTo>
                  <a:lnTo>
                    <a:pt x="0" y="6678168"/>
                  </a:lnTo>
                  <a:close/>
                </a:path>
              </a:pathLst>
            </a:custGeom>
            <a:noFill/>
            <a:ln w="28575">
              <a:solidFill>
                <a:srgbClr val="2D528F"/>
              </a:solidFill>
              <a:round/>
            </a:ln>
          </p:spPr>
          <p:style>
            <a:lnRef idx="0"/>
            <a:fillRef idx="0"/>
            <a:effectRef idx="0"/>
            <a:fontRef idx="minor"/>
          </p:style>
          <p:txBody>
            <a:bodyPr lIns="0" tIns="0" rIns="0" bIns="0" anchor="t">
              <a:noAutofit/>
            </a:bodyPr>
            <a:p>
              <a:endParaRPr lang="en-IN" sz="1800" b="0" u="none" strike="noStrike">
                <a:solidFill>
                  <a:srgbClr val="000000"/>
                </a:solidFill>
                <a:effectLst/>
                <a:uFillTx/>
                <a:latin typeface="Arial"/>
              </a:endParaRPr>
            </a:p>
          </p:txBody>
        </p:sp>
        <p:pic>
          <p:nvPicPr>
            <p:cNvPr id="117" name="object 5"/>
            <p:cNvPicPr/>
            <p:nvPr/>
          </p:nvPicPr>
          <p:blipFill>
            <a:blip r:embed="rId1"/>
            <a:stretch/>
          </p:blipFill>
          <p:spPr>
            <a:xfrm>
              <a:off x="405360" y="187560"/>
              <a:ext cx="872640" cy="1000440"/>
            </a:xfrm>
            <a:prstGeom prst="rect">
              <a:avLst/>
            </a:prstGeom>
            <a:noFill/>
            <a:ln w="0">
              <a:noFill/>
            </a:ln>
          </p:spPr>
        </p:pic>
      </p:grpSp>
      <p:sp>
        <p:nvSpPr>
          <p:cNvPr id="118" name="object 6"/>
          <p:cNvSpPr/>
          <p:nvPr/>
        </p:nvSpPr>
        <p:spPr>
          <a:xfrm>
            <a:off x="716760" y="1533240"/>
            <a:ext cx="10912320" cy="5001840"/>
          </a:xfrm>
          <a:prstGeom prst="rect">
            <a:avLst/>
          </a:prstGeom>
          <a:noFill/>
          <a:ln w="0">
            <a:noFill/>
          </a:ln>
        </p:spPr>
        <p:style>
          <a:lnRef idx="0"/>
          <a:fillRef idx="0"/>
          <a:effectRef idx="0"/>
          <a:fontRef idx="minor"/>
        </p:style>
        <p:txBody>
          <a:bodyPr lIns="0" tIns="12600" rIns="0" bIns="0" anchor="t">
            <a:spAutoFit/>
          </a:bodyPr>
          <a:p>
            <a:pPr>
              <a:lnSpc>
                <a:spcPct val="150000"/>
              </a:lnSpc>
            </a:pPr>
            <a:r>
              <a:rPr lang="en-IN" sz="1800" b="0" u="none" strike="noStrike">
                <a:solidFill>
                  <a:srgbClr val="000000"/>
                </a:solidFill>
                <a:effectLst/>
                <a:uFillTx/>
                <a:latin typeface="Times New Roman"/>
              </a:rPr>
              <a:t>Predicates:</a:t>
            </a:r>
            <a:endParaRPr lang="en-IN" sz="1800" b="0" u="none" strike="noStrike">
              <a:solidFill>
                <a:srgbClr val="000000"/>
              </a:solidFill>
              <a:effectLst/>
              <a:uFillTx/>
              <a:latin typeface="Arial"/>
            </a:endParaRPr>
          </a:p>
          <a:p>
            <a:pPr marL="285840" indent="-285840">
              <a:lnSpc>
                <a:spcPct val="150000"/>
              </a:lnSpc>
              <a:buClr>
                <a:srgbClr val="000000"/>
              </a:buClr>
              <a:buFont typeface="Wingdings" charset="2"/>
              <a:buChar char=""/>
            </a:pPr>
            <a:r>
              <a:rPr lang="en-IN" sz="1800" b="0" u="none" strike="noStrike">
                <a:solidFill>
                  <a:srgbClr val="000000"/>
                </a:solidFill>
                <a:effectLst/>
                <a:uFillTx/>
                <a:latin typeface="Times New Roman"/>
              </a:rPr>
              <a:t>Modality(x, m) means patient x has modality m</a:t>
            </a:r>
            <a:endParaRPr lang="en-IN" sz="1800" b="0" u="none" strike="noStrike">
              <a:solidFill>
                <a:srgbClr val="000000"/>
              </a:solidFill>
              <a:effectLst/>
              <a:uFillTx/>
              <a:latin typeface="Arial"/>
            </a:endParaRPr>
          </a:p>
          <a:p>
            <a:pPr marL="285840" indent="-285840">
              <a:lnSpc>
                <a:spcPct val="150000"/>
              </a:lnSpc>
              <a:buClr>
                <a:srgbClr val="000000"/>
              </a:buClr>
              <a:buFont typeface="Wingdings" charset="2"/>
              <a:buChar char=""/>
            </a:pPr>
            <a:r>
              <a:rPr lang="en-IN" sz="1800" b="0" u="none" strike="noStrike">
                <a:solidFill>
                  <a:srgbClr val="000000"/>
                </a:solidFill>
                <a:effectLst/>
                <a:uFillTx/>
                <a:latin typeface="Times New Roman"/>
              </a:rPr>
              <a:t>SameShape(x) means all four modality volumes have the same 3D shape</a:t>
            </a:r>
            <a:endParaRPr lang="en-IN" sz="1800" b="0" u="none" strike="noStrike">
              <a:solidFill>
                <a:srgbClr val="000000"/>
              </a:solidFill>
              <a:effectLst/>
              <a:uFillTx/>
              <a:latin typeface="Arial"/>
            </a:endParaRPr>
          </a:p>
          <a:p>
            <a:pPr marL="285840" indent="-285840">
              <a:lnSpc>
                <a:spcPct val="150000"/>
              </a:lnSpc>
              <a:buClr>
                <a:srgbClr val="000000"/>
              </a:buClr>
              <a:buFont typeface="Wingdings" charset="2"/>
              <a:buChar char=""/>
            </a:pPr>
            <a:r>
              <a:rPr lang="en-IN" sz="1800" b="0" u="none" strike="noStrike">
                <a:solidFill>
                  <a:srgbClr val="000000"/>
                </a:solidFill>
                <a:effectLst/>
                <a:uFillTx/>
                <a:latin typeface="Times New Roman"/>
              </a:rPr>
              <a:t>SameOrientation(x) means all four modality volumes are spatially aligned</a:t>
            </a:r>
            <a:endParaRPr lang="en-IN" sz="1800" b="0" u="none" strike="noStrike">
              <a:solidFill>
                <a:srgbClr val="000000"/>
              </a:solidFill>
              <a:effectLst/>
              <a:uFillTx/>
              <a:latin typeface="Arial"/>
            </a:endParaRPr>
          </a:p>
          <a:p>
            <a:pPr marL="285840" indent="-285840">
              <a:lnSpc>
                <a:spcPct val="150000"/>
              </a:lnSpc>
              <a:buClr>
                <a:srgbClr val="000000"/>
              </a:buClr>
              <a:buFont typeface="Wingdings" charset="2"/>
              <a:buChar char=""/>
            </a:pPr>
            <a:r>
              <a:rPr lang="en-IN" sz="1800" b="0" u="none" strike="noStrike">
                <a:solidFill>
                  <a:srgbClr val="000000"/>
                </a:solidFill>
                <a:effectLst/>
                <a:uFillTx/>
                <a:latin typeface="Times New Roman"/>
              </a:rPr>
              <a:t>Valid(x) means the scan is acceptable for inference</a:t>
            </a:r>
            <a:endParaRPr lang="en-IN" sz="1800" b="0" u="none" strike="noStrike">
              <a:solidFill>
                <a:srgbClr val="000000"/>
              </a:solidFill>
              <a:effectLst/>
              <a:uFillTx/>
              <a:latin typeface="Arial"/>
            </a:endParaRPr>
          </a:p>
          <a:p>
            <a:pPr marL="285840" indent="-285840">
              <a:lnSpc>
                <a:spcPct val="150000"/>
              </a:lnSpc>
              <a:buClr>
                <a:srgbClr val="000000"/>
              </a:buClr>
              <a:buFont typeface="Wingdings" charset="2"/>
              <a:buChar char=""/>
            </a:pPr>
            <a:r>
              <a:rPr lang="en-IN" sz="1800" b="0" u="none" strike="noStrike">
                <a:solidFill>
                  <a:srgbClr val="000000"/>
                </a:solidFill>
                <a:effectLst/>
                <a:uFillTx/>
                <a:latin typeface="Times New Roman"/>
              </a:rPr>
              <a:t>Preprocessed(x) means brain-mask crop + resample + normalization has been applied</a:t>
            </a:r>
            <a:endParaRPr lang="en-IN" sz="1800" b="0" u="none" strike="noStrike">
              <a:solidFill>
                <a:srgbClr val="000000"/>
              </a:solidFill>
              <a:effectLst/>
              <a:uFillTx/>
              <a:latin typeface="Arial"/>
            </a:endParaRPr>
          </a:p>
          <a:p>
            <a:pPr marL="285840" indent="-285840">
              <a:lnSpc>
                <a:spcPct val="150000"/>
              </a:lnSpc>
              <a:buClr>
                <a:srgbClr val="000000"/>
              </a:buClr>
              <a:buFont typeface="Wingdings" charset="2"/>
              <a:buChar char=""/>
            </a:pPr>
            <a:r>
              <a:rPr lang="en-IN" sz="1800" b="0" u="none" strike="noStrike">
                <a:solidFill>
                  <a:srgbClr val="000000"/>
                </a:solidFill>
                <a:effectLst/>
                <a:uFillTx/>
                <a:latin typeface="Times New Roman"/>
              </a:rPr>
              <a:t>ModelReady means the network exists and is loaded</a:t>
            </a:r>
            <a:endParaRPr lang="en-IN" sz="1800" b="0" u="none" strike="noStrike">
              <a:solidFill>
                <a:srgbClr val="000000"/>
              </a:solidFill>
              <a:effectLst/>
              <a:uFillTx/>
              <a:latin typeface="Arial"/>
            </a:endParaRPr>
          </a:p>
          <a:p>
            <a:pPr marL="285840" indent="-285840">
              <a:lnSpc>
                <a:spcPct val="150000"/>
              </a:lnSpc>
              <a:buClr>
                <a:srgbClr val="000000"/>
              </a:buClr>
              <a:buFont typeface="Wingdings" charset="2"/>
              <a:buChar char=""/>
            </a:pPr>
            <a:r>
              <a:rPr lang="en-IN" sz="1800" b="0" u="none" strike="noStrike">
                <a:solidFill>
                  <a:srgbClr val="000000"/>
                </a:solidFill>
                <a:effectLst/>
                <a:uFillTx/>
                <a:latin typeface="Times New Roman"/>
              </a:rPr>
              <a:t>Segmented(x, y) means the model outputs class map y from patient x</a:t>
            </a:r>
            <a:endParaRPr lang="en-IN" sz="1800" b="0" u="none" strike="noStrike">
              <a:solidFill>
                <a:srgbClr val="000000"/>
              </a:solidFill>
              <a:effectLst/>
              <a:uFillTx/>
              <a:latin typeface="Arial"/>
            </a:endParaRPr>
          </a:p>
          <a:p>
            <a:pPr marL="285840" indent="-285840">
              <a:lnSpc>
                <a:spcPct val="150000"/>
              </a:lnSpc>
              <a:buClr>
                <a:srgbClr val="000000"/>
              </a:buClr>
              <a:buFont typeface="Wingdings" charset="2"/>
              <a:buChar char=""/>
            </a:pPr>
            <a:r>
              <a:rPr lang="en-IN" sz="1800" b="0" u="none" strike="noStrike">
                <a:solidFill>
                  <a:srgbClr val="000000"/>
                </a:solidFill>
                <a:effectLst/>
                <a:uFillTx/>
                <a:latin typeface="Times New Roman"/>
              </a:rPr>
              <a:t>Class(y, c) means voxel belongs to tumour class c</a:t>
            </a:r>
            <a:endParaRPr lang="en-IN" sz="1800" b="0" u="none" strike="noStrike">
              <a:solidFill>
                <a:srgbClr val="000000"/>
              </a:solidFill>
              <a:effectLst/>
              <a:uFillTx/>
              <a:latin typeface="Arial"/>
            </a:endParaRPr>
          </a:p>
          <a:p>
            <a:pPr marL="285840" indent="-285840">
              <a:lnSpc>
                <a:spcPct val="150000"/>
              </a:lnSpc>
              <a:buClr>
                <a:srgbClr val="000000"/>
              </a:buClr>
              <a:buFont typeface="Wingdings" charset="2"/>
              <a:buChar char=""/>
            </a:pPr>
            <a:r>
              <a:rPr lang="en-IN" sz="1800" b="0" u="none" strike="noStrike">
                <a:solidFill>
                  <a:srgbClr val="000000"/>
                </a:solidFill>
                <a:effectLst/>
                <a:uFillTx/>
                <a:latin typeface="Times New Roman"/>
              </a:rPr>
              <a:t>VoxelVolume(x,c,v) means the voxel has volume v and the tumour is of class c</a:t>
            </a:r>
            <a:endParaRPr lang="en-IN" sz="1800" b="0" u="none" strike="noStrike">
              <a:solidFill>
                <a:srgbClr val="000000"/>
              </a:solidFill>
              <a:effectLst/>
              <a:uFillTx/>
              <a:latin typeface="Arial"/>
            </a:endParaRPr>
          </a:p>
          <a:p>
            <a:pPr marL="285840" indent="-285840">
              <a:lnSpc>
                <a:spcPct val="150000"/>
              </a:lnSpc>
              <a:buClr>
                <a:srgbClr val="000000"/>
              </a:buClr>
              <a:buFont typeface="Wingdings" charset="2"/>
              <a:buChar char=""/>
            </a:pPr>
            <a:r>
              <a:rPr lang="en-IN" sz="1800" b="0" u="none" strike="noStrike">
                <a:solidFill>
                  <a:srgbClr val="000000"/>
                </a:solidFill>
                <a:effectLst/>
                <a:uFillTx/>
                <a:latin typeface="Times New Roman"/>
              </a:rPr>
              <a:t>Volume(x, c, v) means tumour class c has volume v</a:t>
            </a:r>
            <a:endParaRPr lang="en-IN" sz="1800" b="0" u="none" strike="noStrike">
              <a:solidFill>
                <a:srgbClr val="000000"/>
              </a:solidFill>
              <a:effectLst/>
              <a:uFillTx/>
              <a:latin typeface="Arial"/>
            </a:endParaRPr>
          </a:p>
          <a:p>
            <a:pPr algn="just">
              <a:lnSpc>
                <a:spcPct val="150000"/>
              </a:lnSpc>
              <a:spcBef>
                <a:spcPts val="99"/>
              </a:spcBef>
              <a:tabLst>
                <a:tab pos="355680" algn="l"/>
              </a:tabLst>
            </a:pPr>
            <a:endParaRPr lang="en-IN" sz="2000" b="0" u="none" strike="noStrike">
              <a:solidFill>
                <a:srgbClr val="000000"/>
              </a:solidFill>
              <a:effectLst/>
              <a:uFillTx/>
              <a:latin typeface="Arial"/>
            </a:endParaRPr>
          </a:p>
        </p:txBody>
      </p:sp>
      <p:sp>
        <p:nvSpPr>
          <p:cNvPr id="119" name="object 7"/>
          <p:cNvSpPr/>
          <p:nvPr/>
        </p:nvSpPr>
        <p:spPr>
          <a:xfrm>
            <a:off x="11629800" y="6396120"/>
            <a:ext cx="433080" cy="277560"/>
          </a:xfrm>
          <a:prstGeom prst="rect">
            <a:avLst/>
          </a:prstGeom>
          <a:noFill/>
          <a:ln w="0">
            <a:noFill/>
          </a:ln>
        </p:spPr>
        <p:style>
          <a:lnRef idx="0"/>
          <a:fillRef idx="0"/>
          <a:effectRef idx="0"/>
          <a:fontRef idx="minor"/>
        </p:style>
        <p:txBody>
          <a:bodyPr lIns="0" tIns="1440" rIns="0" bIns="0" anchor="t">
            <a:spAutoFit/>
          </a:bodyPr>
          <a:p>
            <a:pPr marL="12600">
              <a:lnSpc>
                <a:spcPct val="100000"/>
              </a:lnSpc>
              <a:spcBef>
                <a:spcPts val="11"/>
              </a:spcBef>
            </a:pPr>
            <a:r>
              <a:rPr lang="en-US" sz="1800" b="1" u="none" spc="-51" strike="noStrike">
                <a:solidFill>
                  <a:srgbClr val="2D5395"/>
                </a:solidFill>
                <a:effectLst/>
                <a:uFillTx/>
                <a:latin typeface="Cambria"/>
              </a:rPr>
              <a:t>12</a:t>
            </a:r>
            <a:endParaRPr lang="en-IN"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0" name="PlaceHolder 1"/>
          <p:cNvSpPr>
            <a:spLocks noGrp="1"/>
          </p:cNvSpPr>
          <p:nvPr>
            <p:ph type="title"/>
          </p:nvPr>
        </p:nvSpPr>
        <p:spPr>
          <a:xfrm>
            <a:off x="1555200" y="188280"/>
            <a:ext cx="9358560" cy="700560"/>
          </a:xfrm>
          <a:prstGeom prst="rect">
            <a:avLst/>
          </a:prstGeom>
          <a:noFill/>
          <a:ln w="28440">
            <a:solidFill>
              <a:srgbClr val="2D528F"/>
            </a:solidFill>
            <a:round/>
          </a:ln>
        </p:spPr>
        <p:txBody>
          <a:bodyPr lIns="0" tIns="144720" rIns="0" bIns="0" anchor="t">
            <a:spAutoFit/>
          </a:bodyPr>
          <a:p>
            <a:pPr indent="0" algn="ctr">
              <a:lnSpc>
                <a:spcPct val="100000"/>
              </a:lnSpc>
              <a:spcBef>
                <a:spcPts val="1140"/>
              </a:spcBef>
              <a:buNone/>
              <a:tabLst>
                <a:tab pos="0" algn="l"/>
              </a:tabLst>
            </a:pPr>
            <a:r>
              <a:rPr lang="en-IN" sz="3600" b="1" u="none" spc="-11" strike="noStrike">
                <a:solidFill>
                  <a:srgbClr val="C00000"/>
                </a:solidFill>
                <a:effectLst/>
                <a:uFillTx/>
                <a:latin typeface="Times New Roman"/>
              </a:rPr>
              <a:t>ALGORITHM</a:t>
            </a:r>
            <a:endParaRPr lang="en-IN" sz="3600" b="0" u="none" strike="noStrike">
              <a:solidFill>
                <a:srgbClr val="000000"/>
              </a:solidFill>
              <a:effectLst/>
              <a:uFillTx/>
              <a:latin typeface="Calibri"/>
            </a:endParaRPr>
          </a:p>
        </p:txBody>
      </p:sp>
      <p:grpSp>
        <p:nvGrpSpPr>
          <p:cNvPr id="121" name="object 3"/>
          <p:cNvGrpSpPr/>
          <p:nvPr/>
        </p:nvGrpSpPr>
        <p:grpSpPr>
          <a:xfrm>
            <a:off x="121320" y="90720"/>
            <a:ext cx="11941560" cy="6677640"/>
            <a:chOff x="121320" y="90720"/>
            <a:chExt cx="11941560" cy="6677640"/>
          </a:xfrm>
        </p:grpSpPr>
        <p:sp>
          <p:nvSpPr>
            <p:cNvPr id="122" name="object 4"/>
            <p:cNvSpPr/>
            <p:nvPr/>
          </p:nvSpPr>
          <p:spPr>
            <a:xfrm>
              <a:off x="121320" y="90720"/>
              <a:ext cx="11941560" cy="6677640"/>
            </a:xfrm>
            <a:custGeom>
              <a:avLst/>
              <a:gdLst>
                <a:gd name="textAreaLeft" fmla="*/ 0 w 11941560"/>
                <a:gd name="textAreaRight" fmla="*/ 11942280 w 11941560"/>
                <a:gd name="textAreaTop" fmla="*/ 0 h 6677640"/>
                <a:gd name="textAreaBottom" fmla="*/ 6678360 h 6677640"/>
              </a:gdLst>
              <a:ahLst/>
              <a:cxnLst/>
              <a:rect l="textAreaLeft" t="textAreaTop" r="textAreaRight" b="textAreaBottom"/>
              <a:pathLst>
                <a:path w="11942445" h="6678295">
                  <a:moveTo>
                    <a:pt x="0" y="6678168"/>
                  </a:moveTo>
                  <a:lnTo>
                    <a:pt x="11942064" y="6678168"/>
                  </a:lnTo>
                  <a:lnTo>
                    <a:pt x="11942064" y="0"/>
                  </a:lnTo>
                  <a:lnTo>
                    <a:pt x="0" y="0"/>
                  </a:lnTo>
                  <a:lnTo>
                    <a:pt x="0" y="6678168"/>
                  </a:lnTo>
                  <a:close/>
                </a:path>
              </a:pathLst>
            </a:custGeom>
            <a:noFill/>
            <a:ln w="28575">
              <a:solidFill>
                <a:srgbClr val="2D528F"/>
              </a:solidFill>
              <a:round/>
            </a:ln>
          </p:spPr>
          <p:style>
            <a:lnRef idx="0"/>
            <a:fillRef idx="0"/>
            <a:effectRef idx="0"/>
            <a:fontRef idx="minor"/>
          </p:style>
          <p:txBody>
            <a:bodyPr lIns="0" tIns="0" rIns="0" bIns="0" anchor="t">
              <a:noAutofit/>
            </a:bodyPr>
            <a:p>
              <a:endParaRPr lang="en-IN" sz="1800" b="0" u="none" strike="noStrike">
                <a:solidFill>
                  <a:srgbClr val="000000"/>
                </a:solidFill>
                <a:effectLst/>
                <a:uFillTx/>
                <a:latin typeface="Arial"/>
              </a:endParaRPr>
            </a:p>
          </p:txBody>
        </p:sp>
        <p:pic>
          <p:nvPicPr>
            <p:cNvPr id="123" name="object 5"/>
            <p:cNvPicPr/>
            <p:nvPr/>
          </p:nvPicPr>
          <p:blipFill>
            <a:blip r:embed="rId1"/>
            <a:stretch/>
          </p:blipFill>
          <p:spPr>
            <a:xfrm>
              <a:off x="405360" y="187560"/>
              <a:ext cx="872640" cy="1000440"/>
            </a:xfrm>
            <a:prstGeom prst="rect">
              <a:avLst/>
            </a:prstGeom>
            <a:noFill/>
            <a:ln w="0">
              <a:noFill/>
            </a:ln>
          </p:spPr>
        </p:pic>
      </p:grpSp>
      <p:sp>
        <p:nvSpPr>
          <p:cNvPr id="124" name="object 6"/>
          <p:cNvSpPr/>
          <p:nvPr/>
        </p:nvSpPr>
        <p:spPr>
          <a:xfrm>
            <a:off x="716760" y="1359000"/>
            <a:ext cx="10912320" cy="5275080"/>
          </a:xfrm>
          <a:prstGeom prst="rect">
            <a:avLst/>
          </a:prstGeom>
          <a:noFill/>
          <a:ln w="0">
            <a:noFill/>
          </a:ln>
        </p:spPr>
        <p:style>
          <a:lnRef idx="0"/>
          <a:fillRef idx="0"/>
          <a:effectRef idx="0"/>
          <a:fontRef idx="minor"/>
        </p:style>
        <p:txBody>
          <a:bodyPr lIns="0" tIns="12600" rIns="0" bIns="0" anchor="t">
            <a:spAutoFit/>
          </a:bodyPr>
          <a:p>
            <a:pPr>
              <a:lnSpc>
                <a:spcPct val="100000"/>
              </a:lnSpc>
            </a:pPr>
            <a:r>
              <a:rPr lang="en-IN" sz="1800" b="0" u="none" strike="noStrike">
                <a:solidFill>
                  <a:srgbClr val="000000"/>
                </a:solidFill>
                <a:effectLst/>
                <a:uFillTx/>
                <a:latin typeface="Times New Roman"/>
              </a:rPr>
              <a:t>Rules:</a:t>
            </a:r>
            <a:endParaRPr lang="en-IN" sz="1800" b="0" u="none" strike="noStrike">
              <a:solidFill>
                <a:srgbClr val="000000"/>
              </a:solidFill>
              <a:effectLst/>
              <a:uFillTx/>
              <a:latin typeface="Arial"/>
            </a:endParaRPr>
          </a:p>
          <a:p>
            <a:pPr>
              <a:lnSpc>
                <a:spcPct val="100000"/>
              </a:lnSpc>
            </a:pPr>
            <a:endParaRPr lang="en-IN" sz="1800" b="0" u="none" strike="noStrike">
              <a:solidFill>
                <a:srgbClr val="000000"/>
              </a:solidFill>
              <a:effectLst/>
              <a:uFillTx/>
              <a:latin typeface="Arial"/>
            </a:endParaRPr>
          </a:p>
          <a:p>
            <a:pPr>
              <a:lnSpc>
                <a:spcPct val="100000"/>
              </a:lnSpc>
            </a:pPr>
            <a:r>
              <a:rPr lang="en-IN" sz="1800" b="0" u="none" strike="noStrike">
                <a:solidFill>
                  <a:srgbClr val="000000"/>
                </a:solidFill>
                <a:effectLst/>
                <a:uFillTx/>
                <a:latin typeface="Times New Roman"/>
              </a:rPr>
              <a:t>1. Completeness</a:t>
            </a:r>
            <a:br>
              <a:rPr sz="1800"/>
            </a:br>
            <a:r>
              <a:rPr lang="en-IN" sz="1800" b="0" u="none" strike="noStrike">
                <a:solidFill>
                  <a:srgbClr val="000000"/>
                </a:solidFill>
                <a:effectLst/>
                <a:uFillTx/>
                <a:latin typeface="Times New Roman"/>
              </a:rPr>
              <a:t>	</a:t>
            </a:r>
            <a:r>
              <a:rPr lang="en-IN" sz="1800" b="0" u="none" strike="noStrike">
                <a:solidFill>
                  <a:srgbClr val="000000"/>
                </a:solidFill>
                <a:effectLst/>
                <a:uFillTx/>
                <a:latin typeface="Times New Roman"/>
              </a:rPr>
              <a:t>∀x (</a:t>
            </a:r>
            <a:br>
              <a:rPr sz="1800"/>
            </a:br>
            <a:r>
              <a:rPr lang="en-IN" sz="1800" b="0" u="none" strike="noStrike">
                <a:solidFill>
                  <a:srgbClr val="000000"/>
                </a:solidFill>
                <a:effectLst/>
                <a:uFillTx/>
                <a:latin typeface="Times New Roman"/>
              </a:rPr>
              <a:t>	</a:t>
            </a:r>
            <a:r>
              <a:rPr lang="en-IN" sz="1800" b="0" u="none" strike="noStrike">
                <a:solidFill>
                  <a:srgbClr val="000000"/>
                </a:solidFill>
                <a:effectLst/>
                <a:uFillTx/>
                <a:latin typeface="Times New Roman"/>
              </a:rPr>
              <a:t>Modality(x, t1) ∧ Modality(x, t1ce) ∧ Modality(x, t2) ∧ Modality(x, flair)</a:t>
            </a:r>
            <a:br>
              <a:rPr sz="1800"/>
            </a:br>
            <a:r>
              <a:rPr lang="en-IN" sz="1800" b="0" u="none" strike="noStrike">
                <a:solidFill>
                  <a:srgbClr val="000000"/>
                </a:solidFill>
                <a:effectLst/>
                <a:uFillTx/>
                <a:latin typeface="Times New Roman"/>
              </a:rPr>
              <a:t>	</a:t>
            </a:r>
            <a:r>
              <a:rPr lang="en-IN" sz="1800" b="0" u="none" strike="noStrike">
                <a:solidFill>
                  <a:srgbClr val="000000"/>
                </a:solidFill>
                <a:effectLst/>
                <a:uFillTx/>
                <a:latin typeface="Times New Roman"/>
              </a:rPr>
              <a:t>→ Valid(x)</a:t>
            </a:r>
            <a:br>
              <a:rPr sz="1800"/>
            </a:br>
            <a:r>
              <a:rPr lang="en-IN" sz="1800" b="0" u="none" strike="noStrike">
                <a:solidFill>
                  <a:srgbClr val="000000"/>
                </a:solidFill>
                <a:effectLst/>
                <a:uFillTx/>
                <a:latin typeface="Times New Roman"/>
              </a:rPr>
              <a:t>	</a:t>
            </a:r>
            <a:r>
              <a:rPr lang="en-IN" sz="1800" b="0" u="none" strike="noStrike">
                <a:solidFill>
                  <a:srgbClr val="000000"/>
                </a:solidFill>
                <a:effectLst/>
                <a:uFillTx/>
                <a:latin typeface="Times New Roman"/>
              </a:rPr>
              <a:t>)</a:t>
            </a:r>
            <a:endParaRPr lang="en-IN" sz="1800" b="0" u="none" strike="noStrike">
              <a:solidFill>
                <a:srgbClr val="000000"/>
              </a:solidFill>
              <a:effectLst/>
              <a:uFillTx/>
              <a:latin typeface="Arial"/>
            </a:endParaRPr>
          </a:p>
          <a:p>
            <a:pPr>
              <a:lnSpc>
                <a:spcPct val="100000"/>
              </a:lnSpc>
            </a:pPr>
            <a:endParaRPr lang="en-IN" sz="1800" b="0" u="none" strike="noStrike">
              <a:solidFill>
                <a:srgbClr val="000000"/>
              </a:solidFill>
              <a:effectLst/>
              <a:uFillTx/>
              <a:latin typeface="Arial"/>
            </a:endParaRPr>
          </a:p>
          <a:p>
            <a:pPr>
              <a:lnSpc>
                <a:spcPct val="100000"/>
              </a:lnSpc>
            </a:pPr>
            <a:r>
              <a:rPr lang="en-IN" sz="1800" b="0" u="none" strike="noStrike">
                <a:solidFill>
                  <a:srgbClr val="000000"/>
                </a:solidFill>
                <a:effectLst/>
                <a:uFillTx/>
                <a:latin typeface="Times New Roman"/>
              </a:rPr>
              <a:t>2. Structural validity</a:t>
            </a:r>
            <a:br>
              <a:rPr sz="1800"/>
            </a:br>
            <a:r>
              <a:rPr lang="en-IN" sz="1800" b="0" u="none" strike="noStrike">
                <a:solidFill>
                  <a:srgbClr val="000000"/>
                </a:solidFill>
                <a:effectLst/>
                <a:uFillTx/>
                <a:latin typeface="Times New Roman"/>
              </a:rPr>
              <a:t>	</a:t>
            </a:r>
            <a:r>
              <a:rPr lang="en-IN" sz="1800" b="0" u="none" strike="noStrike">
                <a:solidFill>
                  <a:srgbClr val="000000"/>
                </a:solidFill>
                <a:effectLst/>
                <a:uFillTx/>
                <a:latin typeface="Times New Roman"/>
              </a:rPr>
              <a:t>∀x (</a:t>
            </a:r>
            <a:br>
              <a:rPr sz="1800"/>
            </a:br>
            <a:r>
              <a:rPr lang="en-IN" sz="1800" b="0" u="none" strike="noStrike">
                <a:solidFill>
                  <a:srgbClr val="000000"/>
                </a:solidFill>
                <a:effectLst/>
                <a:uFillTx/>
                <a:latin typeface="Times New Roman"/>
              </a:rPr>
              <a:t>	</a:t>
            </a:r>
            <a:r>
              <a:rPr lang="en-IN" sz="1800" b="0" u="none" strike="noStrike">
                <a:solidFill>
                  <a:srgbClr val="000000"/>
                </a:solidFill>
                <a:effectLst/>
                <a:uFillTx/>
                <a:latin typeface="Times New Roman"/>
              </a:rPr>
              <a:t>Valid(x) ∧ SameShape(x) ∧ SameOrientation(x)</a:t>
            </a:r>
            <a:r>
              <a:rPr lang="en-IN" sz="1800" b="0" u="none" strike="noStrike">
                <a:solidFill>
                  <a:srgbClr val="000000"/>
                </a:solidFill>
                <a:effectLst/>
                <a:uFillTx/>
                <a:latin typeface="Times New Roman"/>
              </a:rPr>
              <a:t>	</a:t>
            </a:r>
            <a:br>
              <a:rPr sz="1800"/>
            </a:br>
            <a:r>
              <a:rPr lang="en-IN" sz="1800" b="0" u="none" strike="noStrike">
                <a:solidFill>
                  <a:srgbClr val="000000"/>
                </a:solidFill>
                <a:effectLst/>
                <a:uFillTx/>
                <a:latin typeface="Times New Roman"/>
              </a:rPr>
              <a:t>	</a:t>
            </a:r>
            <a:r>
              <a:rPr lang="en-IN" sz="1800" b="0" u="none" strike="noStrike">
                <a:solidFill>
                  <a:srgbClr val="000000"/>
                </a:solidFill>
                <a:effectLst/>
                <a:uFillTx/>
                <a:latin typeface="Times New Roman"/>
              </a:rPr>
              <a:t>→ Preprocessed(x)</a:t>
            </a:r>
            <a:br>
              <a:rPr sz="1800"/>
            </a:br>
            <a:r>
              <a:rPr lang="en-IN" sz="1800" b="0" u="none" strike="noStrike">
                <a:solidFill>
                  <a:srgbClr val="000000"/>
                </a:solidFill>
                <a:effectLst/>
                <a:uFillTx/>
                <a:latin typeface="Times New Roman"/>
              </a:rPr>
              <a:t>	</a:t>
            </a:r>
            <a:r>
              <a:rPr lang="en-IN" sz="1800" b="0" u="none" strike="noStrike">
                <a:solidFill>
                  <a:srgbClr val="000000"/>
                </a:solidFill>
                <a:effectLst/>
                <a:uFillTx/>
                <a:latin typeface="Times New Roman"/>
              </a:rPr>
              <a:t>)</a:t>
            </a:r>
            <a:endParaRPr lang="en-IN" sz="1800" b="0" u="none" strike="noStrike">
              <a:solidFill>
                <a:srgbClr val="000000"/>
              </a:solidFill>
              <a:effectLst/>
              <a:uFillTx/>
              <a:latin typeface="Arial"/>
            </a:endParaRPr>
          </a:p>
          <a:p>
            <a:pPr>
              <a:lnSpc>
                <a:spcPct val="100000"/>
              </a:lnSpc>
            </a:pPr>
            <a:endParaRPr lang="en-IN" sz="1800" b="0" u="none" strike="noStrike">
              <a:solidFill>
                <a:srgbClr val="000000"/>
              </a:solidFill>
              <a:effectLst/>
              <a:uFillTx/>
              <a:latin typeface="Arial"/>
            </a:endParaRPr>
          </a:p>
          <a:p>
            <a:pPr>
              <a:lnSpc>
                <a:spcPct val="100000"/>
              </a:lnSpc>
            </a:pPr>
            <a:r>
              <a:rPr lang="en-IN" sz="1800" b="0" u="none" strike="noStrike">
                <a:solidFill>
                  <a:srgbClr val="000000"/>
                </a:solidFill>
                <a:effectLst/>
                <a:uFillTx/>
                <a:latin typeface="Times New Roman"/>
              </a:rPr>
              <a:t>3. Inference</a:t>
            </a:r>
            <a:br>
              <a:rPr sz="1800"/>
            </a:br>
            <a:r>
              <a:rPr lang="en-IN" sz="1800" b="0" u="none" strike="noStrike">
                <a:solidFill>
                  <a:srgbClr val="000000"/>
                </a:solidFill>
                <a:effectLst/>
                <a:uFillTx/>
                <a:latin typeface="Times New Roman"/>
              </a:rPr>
              <a:t>	</a:t>
            </a:r>
            <a:r>
              <a:rPr lang="en-IN" sz="1800" b="0" u="none" strike="noStrike">
                <a:solidFill>
                  <a:srgbClr val="000000"/>
                </a:solidFill>
                <a:effectLst/>
                <a:uFillTx/>
                <a:latin typeface="Times New Roman"/>
              </a:rPr>
              <a:t>∀x, y (</a:t>
            </a:r>
            <a:br>
              <a:rPr sz="1800"/>
            </a:br>
            <a:r>
              <a:rPr lang="en-IN" sz="1800" b="0" u="none" strike="noStrike">
                <a:solidFill>
                  <a:srgbClr val="000000"/>
                </a:solidFill>
                <a:effectLst/>
                <a:uFillTx/>
                <a:latin typeface="Times New Roman"/>
              </a:rPr>
              <a:t>	</a:t>
            </a:r>
            <a:r>
              <a:rPr lang="en-IN" sz="1800" b="0" u="none" strike="noStrike">
                <a:solidFill>
                  <a:srgbClr val="000000"/>
                </a:solidFill>
                <a:effectLst/>
                <a:uFillTx/>
                <a:latin typeface="Times New Roman"/>
              </a:rPr>
              <a:t>Preprocessed(x) ∧ ModelReady</a:t>
            </a:r>
            <a:br>
              <a:rPr sz="1800"/>
            </a:br>
            <a:r>
              <a:rPr lang="en-IN" sz="1800" b="0" u="none" strike="noStrike">
                <a:solidFill>
                  <a:srgbClr val="000000"/>
                </a:solidFill>
                <a:effectLst/>
                <a:uFillTx/>
                <a:latin typeface="Times New Roman"/>
              </a:rPr>
              <a:t>	</a:t>
            </a:r>
            <a:r>
              <a:rPr lang="en-IN" sz="1800" b="0" u="none" strike="noStrike">
                <a:solidFill>
                  <a:srgbClr val="000000"/>
                </a:solidFill>
                <a:effectLst/>
                <a:uFillTx/>
                <a:latin typeface="Times New Roman"/>
              </a:rPr>
              <a:t>→ Segmented(x, y)</a:t>
            </a:r>
            <a:br>
              <a:rPr sz="1800"/>
            </a:br>
            <a:r>
              <a:rPr lang="en-IN" sz="1800" b="0" u="none" strike="noStrike">
                <a:solidFill>
                  <a:srgbClr val="000000"/>
                </a:solidFill>
                <a:effectLst/>
                <a:uFillTx/>
                <a:latin typeface="Times New Roman"/>
              </a:rPr>
              <a:t>	</a:t>
            </a:r>
            <a:r>
              <a:rPr lang="en-IN" sz="1800" b="0" u="none" strike="noStrike">
                <a:solidFill>
                  <a:srgbClr val="000000"/>
                </a:solidFill>
                <a:effectLst/>
                <a:uFillTx/>
                <a:latin typeface="Times New Roman"/>
              </a:rPr>
              <a:t>)</a:t>
            </a:r>
            <a:endParaRPr lang="en-IN" sz="1800" b="0" u="none" strike="noStrike">
              <a:solidFill>
                <a:srgbClr val="000000"/>
              </a:solidFill>
              <a:effectLst/>
              <a:uFillTx/>
              <a:latin typeface="Arial"/>
            </a:endParaRPr>
          </a:p>
        </p:txBody>
      </p:sp>
      <p:sp>
        <p:nvSpPr>
          <p:cNvPr id="125" name="object 7"/>
          <p:cNvSpPr/>
          <p:nvPr/>
        </p:nvSpPr>
        <p:spPr>
          <a:xfrm>
            <a:off x="11629800" y="6396120"/>
            <a:ext cx="433080" cy="277560"/>
          </a:xfrm>
          <a:prstGeom prst="rect">
            <a:avLst/>
          </a:prstGeom>
          <a:noFill/>
          <a:ln w="0">
            <a:noFill/>
          </a:ln>
        </p:spPr>
        <p:style>
          <a:lnRef idx="0"/>
          <a:fillRef idx="0"/>
          <a:effectRef idx="0"/>
          <a:fontRef idx="minor"/>
        </p:style>
        <p:txBody>
          <a:bodyPr lIns="0" tIns="1440" rIns="0" bIns="0" anchor="t">
            <a:spAutoFit/>
          </a:bodyPr>
          <a:p>
            <a:pPr marL="12600">
              <a:lnSpc>
                <a:spcPct val="100000"/>
              </a:lnSpc>
              <a:spcBef>
                <a:spcPts val="11"/>
              </a:spcBef>
            </a:pPr>
            <a:r>
              <a:rPr lang="en-US" sz="1800" b="1" u="none" spc="-51" strike="noStrike">
                <a:solidFill>
                  <a:srgbClr val="2D5395"/>
                </a:solidFill>
                <a:effectLst/>
                <a:uFillTx/>
                <a:latin typeface="Cambria"/>
              </a:rPr>
              <a:t>13</a:t>
            </a:r>
            <a:endParaRPr lang="en-IN"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6" name="PlaceHolder 1"/>
          <p:cNvSpPr>
            <a:spLocks noGrp="1"/>
          </p:cNvSpPr>
          <p:nvPr>
            <p:ph type="title"/>
          </p:nvPr>
        </p:nvSpPr>
        <p:spPr>
          <a:xfrm>
            <a:off x="1555200" y="188280"/>
            <a:ext cx="9358560" cy="700560"/>
          </a:xfrm>
          <a:prstGeom prst="rect">
            <a:avLst/>
          </a:prstGeom>
          <a:noFill/>
          <a:ln w="28440">
            <a:solidFill>
              <a:srgbClr val="2D528F"/>
            </a:solidFill>
            <a:round/>
          </a:ln>
        </p:spPr>
        <p:txBody>
          <a:bodyPr lIns="0" tIns="144720" rIns="0" bIns="0" anchor="t">
            <a:spAutoFit/>
          </a:bodyPr>
          <a:p>
            <a:pPr indent="0" algn="ctr">
              <a:lnSpc>
                <a:spcPct val="100000"/>
              </a:lnSpc>
              <a:spcBef>
                <a:spcPts val="1140"/>
              </a:spcBef>
              <a:buNone/>
              <a:tabLst>
                <a:tab pos="0" algn="l"/>
              </a:tabLst>
            </a:pPr>
            <a:r>
              <a:rPr lang="en-IN" sz="3600" b="1" u="none" spc="-11" strike="noStrike">
                <a:solidFill>
                  <a:srgbClr val="C00000"/>
                </a:solidFill>
                <a:effectLst/>
                <a:uFillTx/>
                <a:latin typeface="Times New Roman"/>
              </a:rPr>
              <a:t>ALGORITHM</a:t>
            </a:r>
            <a:endParaRPr lang="en-IN" sz="3600" b="0" u="none" strike="noStrike">
              <a:solidFill>
                <a:srgbClr val="000000"/>
              </a:solidFill>
              <a:effectLst/>
              <a:uFillTx/>
              <a:latin typeface="Calibri"/>
            </a:endParaRPr>
          </a:p>
        </p:txBody>
      </p:sp>
      <p:grpSp>
        <p:nvGrpSpPr>
          <p:cNvPr id="127" name="object 3"/>
          <p:cNvGrpSpPr/>
          <p:nvPr/>
        </p:nvGrpSpPr>
        <p:grpSpPr>
          <a:xfrm>
            <a:off x="121320" y="90720"/>
            <a:ext cx="11941560" cy="6677640"/>
            <a:chOff x="121320" y="90720"/>
            <a:chExt cx="11941560" cy="6677640"/>
          </a:xfrm>
        </p:grpSpPr>
        <p:sp>
          <p:nvSpPr>
            <p:cNvPr id="128" name="object 4"/>
            <p:cNvSpPr/>
            <p:nvPr/>
          </p:nvSpPr>
          <p:spPr>
            <a:xfrm>
              <a:off x="121320" y="90720"/>
              <a:ext cx="11941560" cy="6677640"/>
            </a:xfrm>
            <a:custGeom>
              <a:avLst/>
              <a:gdLst>
                <a:gd name="textAreaLeft" fmla="*/ 0 w 11941560"/>
                <a:gd name="textAreaRight" fmla="*/ 11942280 w 11941560"/>
                <a:gd name="textAreaTop" fmla="*/ 0 h 6677640"/>
                <a:gd name="textAreaBottom" fmla="*/ 6678360 h 6677640"/>
              </a:gdLst>
              <a:ahLst/>
              <a:cxnLst/>
              <a:rect l="textAreaLeft" t="textAreaTop" r="textAreaRight" b="textAreaBottom"/>
              <a:pathLst>
                <a:path w="11942445" h="6678295">
                  <a:moveTo>
                    <a:pt x="0" y="6678168"/>
                  </a:moveTo>
                  <a:lnTo>
                    <a:pt x="11942064" y="6678168"/>
                  </a:lnTo>
                  <a:lnTo>
                    <a:pt x="11942064" y="0"/>
                  </a:lnTo>
                  <a:lnTo>
                    <a:pt x="0" y="0"/>
                  </a:lnTo>
                  <a:lnTo>
                    <a:pt x="0" y="6678168"/>
                  </a:lnTo>
                  <a:close/>
                </a:path>
              </a:pathLst>
            </a:custGeom>
            <a:noFill/>
            <a:ln w="28575">
              <a:solidFill>
                <a:srgbClr val="2D528F"/>
              </a:solidFill>
              <a:round/>
            </a:ln>
          </p:spPr>
          <p:style>
            <a:lnRef idx="0"/>
            <a:fillRef idx="0"/>
            <a:effectRef idx="0"/>
            <a:fontRef idx="minor"/>
          </p:style>
          <p:txBody>
            <a:bodyPr lIns="0" tIns="0" rIns="0" bIns="0" anchor="t">
              <a:noAutofit/>
            </a:bodyPr>
            <a:p>
              <a:endParaRPr lang="en-IN" sz="1800" b="0" u="none" strike="noStrike">
                <a:solidFill>
                  <a:srgbClr val="000000"/>
                </a:solidFill>
                <a:effectLst/>
                <a:uFillTx/>
                <a:latin typeface="Arial"/>
              </a:endParaRPr>
            </a:p>
          </p:txBody>
        </p:sp>
        <p:pic>
          <p:nvPicPr>
            <p:cNvPr id="129" name="object 5"/>
            <p:cNvPicPr/>
            <p:nvPr/>
          </p:nvPicPr>
          <p:blipFill>
            <a:blip r:embed="rId1"/>
            <a:stretch/>
          </p:blipFill>
          <p:spPr>
            <a:xfrm>
              <a:off x="405360" y="187560"/>
              <a:ext cx="872640" cy="1000440"/>
            </a:xfrm>
            <a:prstGeom prst="rect">
              <a:avLst/>
            </a:prstGeom>
            <a:noFill/>
            <a:ln w="0">
              <a:noFill/>
            </a:ln>
          </p:spPr>
        </p:pic>
      </p:grpSp>
      <p:sp>
        <p:nvSpPr>
          <p:cNvPr id="130" name="object 6"/>
          <p:cNvSpPr/>
          <p:nvPr/>
        </p:nvSpPr>
        <p:spPr>
          <a:xfrm>
            <a:off x="716760" y="1377360"/>
            <a:ext cx="10912320" cy="5417280"/>
          </a:xfrm>
          <a:prstGeom prst="rect">
            <a:avLst/>
          </a:prstGeom>
          <a:noFill/>
          <a:ln w="0">
            <a:noFill/>
          </a:ln>
        </p:spPr>
        <p:style>
          <a:lnRef idx="0"/>
          <a:fillRef idx="0"/>
          <a:effectRef idx="0"/>
          <a:fontRef idx="minor"/>
        </p:style>
        <p:txBody>
          <a:bodyPr lIns="0" tIns="12600" rIns="0" bIns="0" anchor="t">
            <a:spAutoFit/>
          </a:bodyPr>
          <a:p>
            <a:pPr>
              <a:lnSpc>
                <a:spcPct val="150000"/>
              </a:lnSpc>
            </a:pPr>
            <a:endParaRPr lang="en-IN" sz="1800" b="0" u="none" strike="noStrike">
              <a:solidFill>
                <a:srgbClr val="000000"/>
              </a:solidFill>
              <a:effectLst/>
              <a:uFillTx/>
              <a:latin typeface="Arial"/>
            </a:endParaRPr>
          </a:p>
          <a:p>
            <a:pPr>
              <a:lnSpc>
                <a:spcPct val="150000"/>
              </a:lnSpc>
            </a:pPr>
            <a:r>
              <a:rPr lang="en-IN" sz="1800" b="0" u="none" strike="noStrike">
                <a:solidFill>
                  <a:srgbClr val="000000"/>
                </a:solidFill>
                <a:effectLst/>
                <a:uFillTx/>
                <a:latin typeface="Times New Roman"/>
              </a:rPr>
              <a:t>4. Tumour presence</a:t>
            </a:r>
            <a:br>
              <a:rPr sz="1800"/>
            </a:br>
            <a:r>
              <a:rPr lang="en-IN" sz="1800" b="0" u="none" strike="noStrike">
                <a:solidFill>
                  <a:srgbClr val="000000"/>
                </a:solidFill>
                <a:effectLst/>
                <a:uFillTx/>
                <a:latin typeface="Times New Roman"/>
              </a:rPr>
              <a:t>	</a:t>
            </a:r>
            <a:r>
              <a:rPr lang="en-IN" sz="1800" b="0" u="none" strike="noStrike">
                <a:solidFill>
                  <a:srgbClr val="000000"/>
                </a:solidFill>
                <a:effectLst/>
                <a:uFillTx/>
                <a:latin typeface="Times New Roman"/>
              </a:rPr>
              <a:t>∀x, y, c (</a:t>
            </a:r>
            <a:br>
              <a:rPr sz="1800"/>
            </a:br>
            <a:r>
              <a:rPr lang="en-IN" sz="1800" b="0" u="none" strike="noStrike">
                <a:solidFill>
                  <a:srgbClr val="000000"/>
                </a:solidFill>
                <a:effectLst/>
                <a:uFillTx/>
                <a:latin typeface="Times New Roman"/>
              </a:rPr>
              <a:t>	</a:t>
            </a:r>
            <a:r>
              <a:rPr lang="en-IN" sz="1800" b="0" u="none" strike="noStrike">
                <a:solidFill>
                  <a:srgbClr val="000000"/>
                </a:solidFill>
                <a:effectLst/>
                <a:uFillTx/>
                <a:latin typeface="Times New Roman"/>
              </a:rPr>
              <a:t>Segmented(x, y) ∧ Class(y, c)</a:t>
            </a:r>
            <a:br>
              <a:rPr sz="1800"/>
            </a:br>
            <a:r>
              <a:rPr lang="en-IN" sz="1800" b="0" u="none" strike="noStrike">
                <a:solidFill>
                  <a:srgbClr val="000000"/>
                </a:solidFill>
                <a:effectLst/>
                <a:uFillTx/>
                <a:latin typeface="Times New Roman"/>
              </a:rPr>
              <a:t>	</a:t>
            </a:r>
            <a:r>
              <a:rPr lang="en-IN" sz="1800" b="0" u="none" strike="noStrike">
                <a:solidFill>
                  <a:srgbClr val="000000"/>
                </a:solidFill>
                <a:effectLst/>
                <a:uFillTx/>
                <a:latin typeface="Times New Roman"/>
              </a:rPr>
              <a:t>→ Tumour(x, c)</a:t>
            </a:r>
            <a:br>
              <a:rPr sz="1800"/>
            </a:br>
            <a:r>
              <a:rPr lang="en-IN" sz="1800" b="0" u="none" strike="noStrike">
                <a:solidFill>
                  <a:srgbClr val="000000"/>
                </a:solidFill>
                <a:effectLst/>
                <a:uFillTx/>
                <a:latin typeface="Times New Roman"/>
              </a:rPr>
              <a:t>	</a:t>
            </a:r>
            <a:r>
              <a:rPr lang="en-IN" sz="1800" b="0" u="none" strike="noStrike">
                <a:solidFill>
                  <a:srgbClr val="000000"/>
                </a:solidFill>
                <a:effectLst/>
                <a:uFillTx/>
                <a:latin typeface="Times New Roman"/>
              </a:rPr>
              <a:t>)</a:t>
            </a:r>
            <a:endParaRPr lang="en-IN" sz="1800" b="0" u="none" strike="noStrike">
              <a:solidFill>
                <a:srgbClr val="000000"/>
              </a:solidFill>
              <a:effectLst/>
              <a:uFillTx/>
              <a:latin typeface="Arial"/>
            </a:endParaRPr>
          </a:p>
          <a:p>
            <a:pPr>
              <a:lnSpc>
                <a:spcPct val="150000"/>
              </a:lnSpc>
            </a:pPr>
            <a:endParaRPr lang="en-IN" sz="1800" b="0" u="none" strike="noStrike">
              <a:solidFill>
                <a:srgbClr val="000000"/>
              </a:solidFill>
              <a:effectLst/>
              <a:uFillTx/>
              <a:latin typeface="Arial"/>
            </a:endParaRPr>
          </a:p>
          <a:p>
            <a:pPr>
              <a:lnSpc>
                <a:spcPct val="150000"/>
              </a:lnSpc>
            </a:pPr>
            <a:r>
              <a:rPr lang="en-IN" sz="1800" b="0" u="none" strike="noStrike">
                <a:solidFill>
                  <a:srgbClr val="000000"/>
                </a:solidFill>
                <a:effectLst/>
                <a:uFillTx/>
                <a:latin typeface="Times New Roman"/>
              </a:rPr>
              <a:t>5. Volume calculation</a:t>
            </a:r>
            <a:br>
              <a:rPr sz="1800"/>
            </a:br>
            <a:r>
              <a:rPr lang="en-IN" sz="1800" b="0" u="none" strike="noStrike">
                <a:solidFill>
                  <a:srgbClr val="000000"/>
                </a:solidFill>
                <a:effectLst/>
                <a:uFillTx/>
                <a:latin typeface="Times New Roman"/>
              </a:rPr>
              <a:t>	</a:t>
            </a:r>
            <a:r>
              <a:rPr lang="en-IN" sz="1800" b="0" u="none" strike="noStrike">
                <a:solidFill>
                  <a:srgbClr val="000000"/>
                </a:solidFill>
                <a:effectLst/>
                <a:uFillTx/>
                <a:latin typeface="Times New Roman"/>
              </a:rPr>
              <a:t>∀x, c, v (</a:t>
            </a:r>
            <a:br>
              <a:rPr sz="1800"/>
            </a:br>
            <a:r>
              <a:rPr lang="en-IN" sz="1800" b="0" u="none" strike="noStrike">
                <a:solidFill>
                  <a:srgbClr val="000000"/>
                </a:solidFill>
                <a:effectLst/>
                <a:uFillTx/>
                <a:latin typeface="Times New Roman"/>
              </a:rPr>
              <a:t>	</a:t>
            </a:r>
            <a:r>
              <a:rPr lang="en-IN" sz="1800" b="0" u="none" strike="noStrike">
                <a:solidFill>
                  <a:srgbClr val="000000"/>
                </a:solidFill>
                <a:effectLst/>
                <a:uFillTx/>
                <a:latin typeface="Times New Roman"/>
              </a:rPr>
              <a:t>Tumour(x, c) ∧ VoxelVolume(x, c, v)</a:t>
            </a:r>
            <a:br>
              <a:rPr sz="1800"/>
            </a:br>
            <a:r>
              <a:rPr lang="en-IN" sz="1800" b="0" u="none" strike="noStrike">
                <a:solidFill>
                  <a:srgbClr val="000000"/>
                </a:solidFill>
                <a:effectLst/>
                <a:uFillTx/>
                <a:latin typeface="Times New Roman"/>
              </a:rPr>
              <a:t>	</a:t>
            </a:r>
            <a:r>
              <a:rPr lang="en-IN" sz="1800" b="0" u="none" strike="noStrike">
                <a:solidFill>
                  <a:srgbClr val="000000"/>
                </a:solidFill>
                <a:effectLst/>
                <a:uFillTx/>
                <a:latin typeface="Times New Roman"/>
              </a:rPr>
              <a:t>→ Volume(x, c, v)</a:t>
            </a:r>
            <a:br>
              <a:rPr sz="1800"/>
            </a:br>
            <a:r>
              <a:rPr lang="en-IN" sz="1800" b="0" u="none" strike="noStrike">
                <a:solidFill>
                  <a:srgbClr val="000000"/>
                </a:solidFill>
                <a:effectLst/>
                <a:uFillTx/>
                <a:latin typeface="Times New Roman"/>
              </a:rPr>
              <a:t>	</a:t>
            </a:r>
            <a:r>
              <a:rPr lang="en-IN" sz="1800" b="0" u="none" strike="noStrike">
                <a:solidFill>
                  <a:srgbClr val="000000"/>
                </a:solidFill>
                <a:effectLst/>
                <a:uFillTx/>
                <a:latin typeface="Times New Roman"/>
              </a:rPr>
              <a:t>)</a:t>
            </a:r>
            <a:endParaRPr lang="en-IN" sz="1800" b="0" u="none" strike="noStrike">
              <a:solidFill>
                <a:srgbClr val="000000"/>
              </a:solidFill>
              <a:effectLst/>
              <a:uFillTx/>
              <a:latin typeface="Arial"/>
            </a:endParaRPr>
          </a:p>
          <a:p>
            <a:pPr algn="just">
              <a:lnSpc>
                <a:spcPct val="150000"/>
              </a:lnSpc>
              <a:spcBef>
                <a:spcPts val="99"/>
              </a:spcBef>
              <a:tabLst>
                <a:tab pos="355680" algn="l"/>
              </a:tabLst>
            </a:pPr>
            <a:endParaRPr lang="en-IN" sz="2000" b="0" u="none" strike="noStrike">
              <a:solidFill>
                <a:srgbClr val="000000"/>
              </a:solidFill>
              <a:effectLst/>
              <a:uFillTx/>
              <a:latin typeface="Arial"/>
            </a:endParaRPr>
          </a:p>
        </p:txBody>
      </p:sp>
      <p:sp>
        <p:nvSpPr>
          <p:cNvPr id="131" name="object 7"/>
          <p:cNvSpPr/>
          <p:nvPr/>
        </p:nvSpPr>
        <p:spPr>
          <a:xfrm>
            <a:off x="11629800" y="6396120"/>
            <a:ext cx="433080" cy="277560"/>
          </a:xfrm>
          <a:prstGeom prst="rect">
            <a:avLst/>
          </a:prstGeom>
          <a:noFill/>
          <a:ln w="0">
            <a:noFill/>
          </a:ln>
        </p:spPr>
        <p:style>
          <a:lnRef idx="0"/>
          <a:fillRef idx="0"/>
          <a:effectRef idx="0"/>
          <a:fontRef idx="minor"/>
        </p:style>
        <p:txBody>
          <a:bodyPr lIns="0" tIns="1440" rIns="0" bIns="0" anchor="t">
            <a:spAutoFit/>
          </a:bodyPr>
          <a:p>
            <a:pPr marL="12600">
              <a:lnSpc>
                <a:spcPct val="100000"/>
              </a:lnSpc>
              <a:spcBef>
                <a:spcPts val="11"/>
              </a:spcBef>
            </a:pPr>
            <a:r>
              <a:rPr lang="en-US" sz="1800" b="1" u="none" spc="-51" strike="noStrike">
                <a:solidFill>
                  <a:srgbClr val="2D5395"/>
                </a:solidFill>
                <a:effectLst/>
                <a:uFillTx/>
                <a:latin typeface="Cambria"/>
              </a:rPr>
              <a:t>14</a:t>
            </a:r>
            <a:endParaRPr lang="en-IN"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2" name="PlaceHolder 1"/>
          <p:cNvSpPr>
            <a:spLocks noGrp="1"/>
          </p:cNvSpPr>
          <p:nvPr>
            <p:ph type="title"/>
          </p:nvPr>
        </p:nvSpPr>
        <p:spPr>
          <a:xfrm>
            <a:off x="1555200" y="188280"/>
            <a:ext cx="9358560" cy="700560"/>
          </a:xfrm>
          <a:prstGeom prst="rect">
            <a:avLst/>
          </a:prstGeom>
          <a:noFill/>
          <a:ln w="28440">
            <a:solidFill>
              <a:srgbClr val="2D528F"/>
            </a:solidFill>
            <a:round/>
          </a:ln>
        </p:spPr>
        <p:txBody>
          <a:bodyPr lIns="0" tIns="144720" rIns="0" bIns="0" anchor="t">
            <a:spAutoFit/>
          </a:bodyPr>
          <a:p>
            <a:pPr indent="0" algn="ctr">
              <a:lnSpc>
                <a:spcPct val="100000"/>
              </a:lnSpc>
              <a:spcBef>
                <a:spcPts val="1140"/>
              </a:spcBef>
              <a:buNone/>
              <a:tabLst>
                <a:tab pos="0" algn="l"/>
              </a:tabLst>
            </a:pPr>
            <a:r>
              <a:rPr lang="en-IN" sz="3600" b="1" u="none" spc="-11" strike="noStrike">
                <a:solidFill>
                  <a:srgbClr val="C00000"/>
                </a:solidFill>
                <a:effectLst/>
                <a:uFillTx/>
                <a:latin typeface="Times New Roman"/>
              </a:rPr>
              <a:t>ALGORITHM</a:t>
            </a:r>
            <a:endParaRPr lang="en-IN" sz="3600" b="0" u="none" strike="noStrike">
              <a:solidFill>
                <a:srgbClr val="000000"/>
              </a:solidFill>
              <a:effectLst/>
              <a:uFillTx/>
              <a:latin typeface="Calibri"/>
            </a:endParaRPr>
          </a:p>
        </p:txBody>
      </p:sp>
      <p:grpSp>
        <p:nvGrpSpPr>
          <p:cNvPr id="133" name="object 3"/>
          <p:cNvGrpSpPr/>
          <p:nvPr/>
        </p:nvGrpSpPr>
        <p:grpSpPr>
          <a:xfrm>
            <a:off x="121320" y="90720"/>
            <a:ext cx="11941560" cy="6677640"/>
            <a:chOff x="121320" y="90720"/>
            <a:chExt cx="11941560" cy="6677640"/>
          </a:xfrm>
        </p:grpSpPr>
        <p:sp>
          <p:nvSpPr>
            <p:cNvPr id="134" name="object 4"/>
            <p:cNvSpPr/>
            <p:nvPr/>
          </p:nvSpPr>
          <p:spPr>
            <a:xfrm>
              <a:off x="121320" y="90720"/>
              <a:ext cx="11941560" cy="6677640"/>
            </a:xfrm>
            <a:custGeom>
              <a:avLst/>
              <a:gdLst>
                <a:gd name="textAreaLeft" fmla="*/ 0 w 11941560"/>
                <a:gd name="textAreaRight" fmla="*/ 11942280 w 11941560"/>
                <a:gd name="textAreaTop" fmla="*/ 0 h 6677640"/>
                <a:gd name="textAreaBottom" fmla="*/ 6678360 h 6677640"/>
              </a:gdLst>
              <a:ahLst/>
              <a:cxnLst/>
              <a:rect l="textAreaLeft" t="textAreaTop" r="textAreaRight" b="textAreaBottom"/>
              <a:pathLst>
                <a:path w="11942445" h="6678295">
                  <a:moveTo>
                    <a:pt x="0" y="6678168"/>
                  </a:moveTo>
                  <a:lnTo>
                    <a:pt x="11942064" y="6678168"/>
                  </a:lnTo>
                  <a:lnTo>
                    <a:pt x="11942064" y="0"/>
                  </a:lnTo>
                  <a:lnTo>
                    <a:pt x="0" y="0"/>
                  </a:lnTo>
                  <a:lnTo>
                    <a:pt x="0" y="6678168"/>
                  </a:lnTo>
                  <a:close/>
                </a:path>
              </a:pathLst>
            </a:custGeom>
            <a:noFill/>
            <a:ln w="28575">
              <a:solidFill>
                <a:srgbClr val="2D528F"/>
              </a:solidFill>
              <a:round/>
            </a:ln>
          </p:spPr>
          <p:style>
            <a:lnRef idx="0"/>
            <a:fillRef idx="0"/>
            <a:effectRef idx="0"/>
            <a:fontRef idx="minor"/>
          </p:style>
          <p:txBody>
            <a:bodyPr lIns="0" tIns="0" rIns="0" bIns="0" anchor="t">
              <a:noAutofit/>
            </a:bodyPr>
            <a:p>
              <a:endParaRPr lang="en-IN" sz="1800" b="0" u="none" strike="noStrike">
                <a:solidFill>
                  <a:srgbClr val="000000"/>
                </a:solidFill>
                <a:effectLst/>
                <a:uFillTx/>
                <a:latin typeface="Arial"/>
              </a:endParaRPr>
            </a:p>
          </p:txBody>
        </p:sp>
        <p:pic>
          <p:nvPicPr>
            <p:cNvPr id="135" name="object 5"/>
            <p:cNvPicPr/>
            <p:nvPr/>
          </p:nvPicPr>
          <p:blipFill>
            <a:blip r:embed="rId1"/>
            <a:stretch/>
          </p:blipFill>
          <p:spPr>
            <a:xfrm>
              <a:off x="405360" y="187560"/>
              <a:ext cx="872640" cy="1000440"/>
            </a:xfrm>
            <a:prstGeom prst="rect">
              <a:avLst/>
            </a:prstGeom>
            <a:noFill/>
            <a:ln w="0">
              <a:noFill/>
            </a:ln>
          </p:spPr>
        </p:pic>
      </p:grpSp>
      <p:sp>
        <p:nvSpPr>
          <p:cNvPr id="136" name="object 6"/>
          <p:cNvSpPr/>
          <p:nvPr/>
        </p:nvSpPr>
        <p:spPr>
          <a:xfrm>
            <a:off x="716760" y="2658960"/>
            <a:ext cx="10912320" cy="1677600"/>
          </a:xfrm>
          <a:prstGeom prst="rect">
            <a:avLst/>
          </a:prstGeom>
          <a:noFill/>
          <a:ln w="0">
            <a:noFill/>
          </a:ln>
        </p:spPr>
        <p:style>
          <a:lnRef idx="0"/>
          <a:fillRef idx="0"/>
          <a:effectRef idx="0"/>
          <a:fontRef idx="minor"/>
        </p:style>
        <p:txBody>
          <a:bodyPr lIns="0" tIns="12600" rIns="0" bIns="0" anchor="t">
            <a:spAutoFit/>
          </a:bodyPr>
          <a:p>
            <a:pPr>
              <a:lnSpc>
                <a:spcPct val="150000"/>
              </a:lnSpc>
            </a:pPr>
            <a:r>
              <a:rPr lang="en-IN" sz="1800" b="1" u="none" strike="noStrike">
                <a:solidFill>
                  <a:srgbClr val="000000"/>
                </a:solidFill>
                <a:effectLst/>
                <a:uFillTx/>
                <a:latin typeface="Times New Roman"/>
              </a:rPr>
              <a:t>Equivalent logic in one sentence</a:t>
            </a:r>
            <a:endParaRPr lang="en-IN" sz="1800" b="0" u="none" strike="noStrike">
              <a:solidFill>
                <a:srgbClr val="000000"/>
              </a:solidFill>
              <a:effectLst/>
              <a:uFillTx/>
              <a:latin typeface="Arial"/>
            </a:endParaRPr>
          </a:p>
          <a:p>
            <a:pPr>
              <a:lnSpc>
                <a:spcPct val="150000"/>
              </a:lnSpc>
            </a:pPr>
            <a:r>
              <a:rPr lang="en-IN" sz="1800" b="0" u="none" strike="noStrike">
                <a:solidFill>
                  <a:srgbClr val="000000"/>
                </a:solidFill>
                <a:effectLst/>
                <a:uFillTx/>
                <a:latin typeface="Times New Roman"/>
              </a:rPr>
              <a:t>A scan is usable iff it has all four MRI modalities and consistent geometry; once it is preprocessed and fed to the 3D U-Net, the resulting class map yields tumour volumes for necrotic core, edema, and enhancing tumour.</a:t>
            </a:r>
            <a:endParaRPr lang="en-IN" sz="1800" b="0" u="none" strike="noStrike">
              <a:solidFill>
                <a:srgbClr val="000000"/>
              </a:solidFill>
              <a:effectLst/>
              <a:uFillTx/>
              <a:latin typeface="Arial"/>
            </a:endParaRPr>
          </a:p>
          <a:p>
            <a:pPr algn="just">
              <a:lnSpc>
                <a:spcPct val="150000"/>
              </a:lnSpc>
              <a:spcBef>
                <a:spcPts val="99"/>
              </a:spcBef>
              <a:tabLst>
                <a:tab pos="355680" algn="l"/>
              </a:tabLst>
            </a:pPr>
            <a:endParaRPr lang="en-IN" sz="2000" b="0" u="none" strike="noStrike">
              <a:solidFill>
                <a:srgbClr val="000000"/>
              </a:solidFill>
              <a:effectLst/>
              <a:uFillTx/>
              <a:latin typeface="Arial"/>
            </a:endParaRPr>
          </a:p>
        </p:txBody>
      </p:sp>
      <p:sp>
        <p:nvSpPr>
          <p:cNvPr id="137" name="object 7"/>
          <p:cNvSpPr/>
          <p:nvPr/>
        </p:nvSpPr>
        <p:spPr>
          <a:xfrm>
            <a:off x="11629800" y="6396120"/>
            <a:ext cx="433080" cy="277560"/>
          </a:xfrm>
          <a:prstGeom prst="rect">
            <a:avLst/>
          </a:prstGeom>
          <a:noFill/>
          <a:ln w="0">
            <a:noFill/>
          </a:ln>
        </p:spPr>
        <p:style>
          <a:lnRef idx="0"/>
          <a:fillRef idx="0"/>
          <a:effectRef idx="0"/>
          <a:fontRef idx="minor"/>
        </p:style>
        <p:txBody>
          <a:bodyPr lIns="0" tIns="1440" rIns="0" bIns="0" anchor="t">
            <a:spAutoFit/>
          </a:bodyPr>
          <a:p>
            <a:pPr marL="12600">
              <a:lnSpc>
                <a:spcPct val="100000"/>
              </a:lnSpc>
              <a:spcBef>
                <a:spcPts val="11"/>
              </a:spcBef>
            </a:pPr>
            <a:r>
              <a:rPr lang="en-US" sz="1800" b="1" u="none" spc="-51" strike="noStrike">
                <a:solidFill>
                  <a:srgbClr val="2D5395"/>
                </a:solidFill>
                <a:effectLst/>
                <a:uFillTx/>
                <a:latin typeface="Cambria"/>
              </a:rPr>
              <a:t>15</a:t>
            </a:r>
            <a:endParaRPr lang="en-IN"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8" name="PlaceHolder 1"/>
          <p:cNvSpPr>
            <a:spLocks noGrp="1"/>
          </p:cNvSpPr>
          <p:nvPr>
            <p:ph type="title"/>
          </p:nvPr>
        </p:nvSpPr>
        <p:spPr>
          <a:xfrm>
            <a:off x="1555200" y="188280"/>
            <a:ext cx="9358560" cy="700560"/>
          </a:xfrm>
          <a:prstGeom prst="rect">
            <a:avLst/>
          </a:prstGeom>
          <a:noFill/>
          <a:ln w="28440">
            <a:solidFill>
              <a:srgbClr val="2D528F"/>
            </a:solidFill>
            <a:round/>
          </a:ln>
        </p:spPr>
        <p:txBody>
          <a:bodyPr lIns="0" tIns="144720" rIns="0" bIns="0" anchor="t">
            <a:spAutoFit/>
          </a:bodyPr>
          <a:p>
            <a:pPr indent="0" algn="ctr">
              <a:lnSpc>
                <a:spcPct val="100000"/>
              </a:lnSpc>
              <a:spcBef>
                <a:spcPts val="1140"/>
              </a:spcBef>
              <a:buNone/>
              <a:tabLst>
                <a:tab pos="0" algn="l"/>
              </a:tabLst>
            </a:pPr>
            <a:r>
              <a:rPr lang="en-US" sz="3600" b="1" u="none" spc="204" strike="noStrike">
                <a:solidFill>
                  <a:srgbClr val="C00000"/>
                </a:solidFill>
                <a:effectLst/>
                <a:uFillTx/>
                <a:latin typeface="Cambria"/>
              </a:rPr>
              <a:t>USER FLOW DIAGRAM</a:t>
            </a:r>
            <a:endParaRPr lang="en-IN" sz="3600" b="0" u="none" strike="noStrike">
              <a:solidFill>
                <a:srgbClr val="000000"/>
              </a:solidFill>
              <a:effectLst/>
              <a:uFillTx/>
              <a:latin typeface="Calibri"/>
            </a:endParaRPr>
          </a:p>
        </p:txBody>
      </p:sp>
      <p:grpSp>
        <p:nvGrpSpPr>
          <p:cNvPr id="139" name="object 3"/>
          <p:cNvGrpSpPr/>
          <p:nvPr/>
        </p:nvGrpSpPr>
        <p:grpSpPr>
          <a:xfrm>
            <a:off x="121320" y="90720"/>
            <a:ext cx="11941560" cy="6677640"/>
            <a:chOff x="121320" y="90720"/>
            <a:chExt cx="11941560" cy="6677640"/>
          </a:xfrm>
        </p:grpSpPr>
        <p:sp>
          <p:nvSpPr>
            <p:cNvPr id="140" name="object 4"/>
            <p:cNvSpPr/>
            <p:nvPr/>
          </p:nvSpPr>
          <p:spPr>
            <a:xfrm>
              <a:off x="121320" y="90720"/>
              <a:ext cx="11941560" cy="6677640"/>
            </a:xfrm>
            <a:custGeom>
              <a:avLst/>
              <a:gdLst>
                <a:gd name="textAreaLeft" fmla="*/ 0 w 11941560"/>
                <a:gd name="textAreaRight" fmla="*/ 11942280 w 11941560"/>
                <a:gd name="textAreaTop" fmla="*/ 0 h 6677640"/>
                <a:gd name="textAreaBottom" fmla="*/ 6678360 h 6677640"/>
              </a:gdLst>
              <a:ahLst/>
              <a:cxnLst/>
              <a:rect l="textAreaLeft" t="textAreaTop" r="textAreaRight" b="textAreaBottom"/>
              <a:pathLst>
                <a:path w="11942445" h="6678295">
                  <a:moveTo>
                    <a:pt x="0" y="6678168"/>
                  </a:moveTo>
                  <a:lnTo>
                    <a:pt x="11942064" y="6678168"/>
                  </a:lnTo>
                  <a:lnTo>
                    <a:pt x="11942064" y="0"/>
                  </a:lnTo>
                  <a:lnTo>
                    <a:pt x="0" y="0"/>
                  </a:lnTo>
                  <a:lnTo>
                    <a:pt x="0" y="6678168"/>
                  </a:lnTo>
                  <a:close/>
                </a:path>
              </a:pathLst>
            </a:custGeom>
            <a:noFill/>
            <a:ln w="28575">
              <a:solidFill>
                <a:srgbClr val="2D528F"/>
              </a:solidFill>
              <a:round/>
            </a:ln>
          </p:spPr>
          <p:style>
            <a:lnRef idx="0"/>
            <a:fillRef idx="0"/>
            <a:effectRef idx="0"/>
            <a:fontRef idx="minor"/>
          </p:style>
          <p:txBody>
            <a:bodyPr lIns="0" tIns="0" rIns="0" bIns="0" anchor="t">
              <a:noAutofit/>
            </a:bodyPr>
            <a:p>
              <a:endParaRPr lang="en-IN" sz="1800" b="0" u="none" strike="noStrike">
                <a:solidFill>
                  <a:srgbClr val="000000"/>
                </a:solidFill>
                <a:effectLst/>
                <a:uFillTx/>
                <a:latin typeface="Arial"/>
              </a:endParaRPr>
            </a:p>
          </p:txBody>
        </p:sp>
        <p:pic>
          <p:nvPicPr>
            <p:cNvPr id="141" name="object 5"/>
            <p:cNvPicPr/>
            <p:nvPr/>
          </p:nvPicPr>
          <p:blipFill>
            <a:blip r:embed="rId1"/>
            <a:stretch/>
          </p:blipFill>
          <p:spPr>
            <a:xfrm>
              <a:off x="405360" y="187560"/>
              <a:ext cx="872640" cy="1000440"/>
            </a:xfrm>
            <a:prstGeom prst="rect">
              <a:avLst/>
            </a:prstGeom>
            <a:noFill/>
            <a:ln w="0">
              <a:noFill/>
            </a:ln>
          </p:spPr>
        </p:pic>
      </p:grpSp>
      <p:sp>
        <p:nvSpPr>
          <p:cNvPr id="142" name="object 7"/>
          <p:cNvSpPr/>
          <p:nvPr/>
        </p:nvSpPr>
        <p:spPr>
          <a:xfrm>
            <a:off x="11629800" y="6396120"/>
            <a:ext cx="433080" cy="277560"/>
          </a:xfrm>
          <a:prstGeom prst="rect">
            <a:avLst/>
          </a:prstGeom>
          <a:noFill/>
          <a:ln w="0">
            <a:noFill/>
          </a:ln>
        </p:spPr>
        <p:style>
          <a:lnRef idx="0"/>
          <a:fillRef idx="0"/>
          <a:effectRef idx="0"/>
          <a:fontRef idx="minor"/>
        </p:style>
        <p:txBody>
          <a:bodyPr lIns="0" tIns="1440" rIns="0" bIns="0" anchor="t">
            <a:spAutoFit/>
          </a:bodyPr>
          <a:p>
            <a:pPr marL="12600">
              <a:lnSpc>
                <a:spcPct val="100000"/>
              </a:lnSpc>
              <a:spcBef>
                <a:spcPts val="11"/>
              </a:spcBef>
            </a:pPr>
            <a:r>
              <a:rPr lang="en-US" sz="1800" b="1" u="none" spc="-51" strike="noStrike">
                <a:solidFill>
                  <a:srgbClr val="2D5395"/>
                </a:solidFill>
                <a:effectLst/>
                <a:uFillTx/>
                <a:latin typeface="Cambria"/>
              </a:rPr>
              <a:t>16</a:t>
            </a:r>
            <a:endParaRPr lang="en-IN" sz="1800" b="0" u="none" strike="noStrike">
              <a:solidFill>
                <a:srgbClr val="000000"/>
              </a:solidFill>
              <a:effectLst/>
              <a:uFillTx/>
              <a:latin typeface="Arial"/>
            </a:endParaRPr>
          </a:p>
        </p:txBody>
      </p:sp>
      <p:pic>
        <p:nvPicPr>
          <p:cNvPr id="143" name="Picture 5" descr="user_flow_diagram.png"/>
          <p:cNvPicPr/>
          <p:nvPr/>
        </p:nvPicPr>
        <p:blipFill>
          <a:blip r:embed="rId2"/>
          <a:srcRect l="0" t="0" r="0" b="8193"/>
          <a:stretch/>
        </p:blipFill>
        <p:spPr>
          <a:xfrm>
            <a:off x="2353320" y="1262520"/>
            <a:ext cx="7477560" cy="5132880"/>
          </a:xfrm>
          <a:prstGeom prst="rect">
            <a:avLst/>
          </a:prstGeom>
          <a:noFill/>
          <a:ln w="0">
            <a:noFill/>
          </a:ln>
        </p:spPr>
      </p:pic>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4" name="PlaceHolder 1"/>
          <p:cNvSpPr>
            <a:spLocks noGrp="1"/>
          </p:cNvSpPr>
          <p:nvPr>
            <p:ph type="title"/>
          </p:nvPr>
        </p:nvSpPr>
        <p:spPr>
          <a:xfrm>
            <a:off x="1555200" y="188280"/>
            <a:ext cx="9358560" cy="700560"/>
          </a:xfrm>
          <a:prstGeom prst="rect">
            <a:avLst/>
          </a:prstGeom>
          <a:noFill/>
          <a:ln w="28440">
            <a:solidFill>
              <a:srgbClr val="2D528F"/>
            </a:solidFill>
            <a:round/>
          </a:ln>
        </p:spPr>
        <p:txBody>
          <a:bodyPr lIns="0" tIns="144720" rIns="0" bIns="0" anchor="t">
            <a:spAutoFit/>
          </a:bodyPr>
          <a:p>
            <a:pPr indent="0" algn="ctr">
              <a:lnSpc>
                <a:spcPct val="100000"/>
              </a:lnSpc>
              <a:spcBef>
                <a:spcPts val="1140"/>
              </a:spcBef>
              <a:buNone/>
              <a:tabLst>
                <a:tab pos="0" algn="l"/>
              </a:tabLst>
            </a:pPr>
            <a:r>
              <a:rPr lang="en-IN" sz="3600" b="1" u="none" spc="224" strike="noStrike">
                <a:solidFill>
                  <a:srgbClr val="C00000"/>
                </a:solidFill>
                <a:effectLst/>
                <a:uFillTx/>
                <a:latin typeface="Times New Roman"/>
              </a:rPr>
              <a:t>PROGRESS ACHIEVED</a:t>
            </a:r>
            <a:endParaRPr lang="en-IN" sz="3600" b="0" u="none" strike="noStrike">
              <a:solidFill>
                <a:srgbClr val="000000"/>
              </a:solidFill>
              <a:effectLst/>
              <a:uFillTx/>
              <a:latin typeface="Calibri"/>
            </a:endParaRPr>
          </a:p>
        </p:txBody>
      </p:sp>
      <p:grpSp>
        <p:nvGrpSpPr>
          <p:cNvPr id="145" name="object 3"/>
          <p:cNvGrpSpPr/>
          <p:nvPr/>
        </p:nvGrpSpPr>
        <p:grpSpPr>
          <a:xfrm>
            <a:off x="121320" y="90720"/>
            <a:ext cx="11941560" cy="6677640"/>
            <a:chOff x="121320" y="90720"/>
            <a:chExt cx="11941560" cy="6677640"/>
          </a:xfrm>
        </p:grpSpPr>
        <p:sp>
          <p:nvSpPr>
            <p:cNvPr id="146" name="object 4"/>
            <p:cNvSpPr/>
            <p:nvPr/>
          </p:nvSpPr>
          <p:spPr>
            <a:xfrm>
              <a:off x="121320" y="90720"/>
              <a:ext cx="11941560" cy="6677640"/>
            </a:xfrm>
            <a:custGeom>
              <a:avLst/>
              <a:gdLst>
                <a:gd name="textAreaLeft" fmla="*/ 0 w 11941560"/>
                <a:gd name="textAreaRight" fmla="*/ 11942280 w 11941560"/>
                <a:gd name="textAreaTop" fmla="*/ 0 h 6677640"/>
                <a:gd name="textAreaBottom" fmla="*/ 6678360 h 6677640"/>
              </a:gdLst>
              <a:ahLst/>
              <a:cxnLst/>
              <a:rect l="textAreaLeft" t="textAreaTop" r="textAreaRight" b="textAreaBottom"/>
              <a:pathLst>
                <a:path w="11942445" h="6678295">
                  <a:moveTo>
                    <a:pt x="0" y="6678168"/>
                  </a:moveTo>
                  <a:lnTo>
                    <a:pt x="11942064" y="6678168"/>
                  </a:lnTo>
                  <a:lnTo>
                    <a:pt x="11942064" y="0"/>
                  </a:lnTo>
                  <a:lnTo>
                    <a:pt x="0" y="0"/>
                  </a:lnTo>
                  <a:lnTo>
                    <a:pt x="0" y="6678168"/>
                  </a:lnTo>
                  <a:close/>
                </a:path>
              </a:pathLst>
            </a:custGeom>
            <a:noFill/>
            <a:ln w="28575">
              <a:solidFill>
                <a:srgbClr val="2D528F"/>
              </a:solidFill>
              <a:round/>
            </a:ln>
          </p:spPr>
          <p:style>
            <a:lnRef idx="0"/>
            <a:fillRef idx="0"/>
            <a:effectRef idx="0"/>
            <a:fontRef idx="minor"/>
          </p:style>
          <p:txBody>
            <a:bodyPr lIns="0" tIns="0" rIns="0" bIns="0" anchor="t">
              <a:noAutofit/>
            </a:bodyPr>
            <a:p>
              <a:endParaRPr lang="en-IN" sz="1800" b="0" u="none" strike="noStrike">
                <a:solidFill>
                  <a:srgbClr val="000000"/>
                </a:solidFill>
                <a:effectLst/>
                <a:uFillTx/>
                <a:latin typeface="Arial"/>
              </a:endParaRPr>
            </a:p>
          </p:txBody>
        </p:sp>
        <p:pic>
          <p:nvPicPr>
            <p:cNvPr id="147" name="object 5"/>
            <p:cNvPicPr/>
            <p:nvPr/>
          </p:nvPicPr>
          <p:blipFill>
            <a:blip r:embed="rId1"/>
            <a:stretch/>
          </p:blipFill>
          <p:spPr>
            <a:xfrm>
              <a:off x="405360" y="187560"/>
              <a:ext cx="872640" cy="1000440"/>
            </a:xfrm>
            <a:prstGeom prst="rect">
              <a:avLst/>
            </a:prstGeom>
            <a:noFill/>
            <a:ln w="0">
              <a:noFill/>
            </a:ln>
          </p:spPr>
        </p:pic>
      </p:grpSp>
      <p:sp>
        <p:nvSpPr>
          <p:cNvPr id="148" name="object 7"/>
          <p:cNvSpPr/>
          <p:nvPr/>
        </p:nvSpPr>
        <p:spPr>
          <a:xfrm>
            <a:off x="11629800" y="6396120"/>
            <a:ext cx="433080" cy="277560"/>
          </a:xfrm>
          <a:prstGeom prst="rect">
            <a:avLst/>
          </a:prstGeom>
          <a:noFill/>
          <a:ln w="0">
            <a:noFill/>
          </a:ln>
        </p:spPr>
        <p:style>
          <a:lnRef idx="0"/>
          <a:fillRef idx="0"/>
          <a:effectRef idx="0"/>
          <a:fontRef idx="minor"/>
        </p:style>
        <p:txBody>
          <a:bodyPr lIns="0" tIns="1440" rIns="0" bIns="0" anchor="t">
            <a:spAutoFit/>
          </a:bodyPr>
          <a:p>
            <a:pPr marL="12600">
              <a:lnSpc>
                <a:spcPct val="100000"/>
              </a:lnSpc>
              <a:spcBef>
                <a:spcPts val="11"/>
              </a:spcBef>
            </a:pPr>
            <a:r>
              <a:rPr lang="en-US" sz="1800" b="1" u="none" spc="-51" strike="noStrike">
                <a:solidFill>
                  <a:srgbClr val="2D5395"/>
                </a:solidFill>
                <a:effectLst/>
                <a:uFillTx/>
                <a:latin typeface="Cambria"/>
              </a:rPr>
              <a:t>17</a:t>
            </a:r>
            <a:endParaRPr lang="en-IN" sz="1800" b="0" u="none" strike="noStrike">
              <a:solidFill>
                <a:srgbClr val="000000"/>
              </a:solidFill>
              <a:effectLst/>
              <a:uFillTx/>
              <a:latin typeface="Arial"/>
            </a:endParaRPr>
          </a:p>
        </p:txBody>
      </p:sp>
      <p:pic>
        <p:nvPicPr>
          <p:cNvPr id="149" name="Picture 8"/>
          <p:cNvPicPr/>
          <p:nvPr/>
        </p:nvPicPr>
        <p:blipFill>
          <a:blip r:embed="rId2"/>
          <a:stretch/>
        </p:blipFill>
        <p:spPr>
          <a:xfrm>
            <a:off x="1555200" y="1034640"/>
            <a:ext cx="9358560" cy="4984200"/>
          </a:xfrm>
          <a:prstGeom prst="rect">
            <a:avLst/>
          </a:prstGeom>
          <a:noFill/>
          <a:ln w="0">
            <a:noFill/>
          </a:ln>
        </p:spPr>
      </p:pic>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0" name="PlaceHolder 1"/>
          <p:cNvSpPr>
            <a:spLocks noGrp="1"/>
          </p:cNvSpPr>
          <p:nvPr>
            <p:ph type="title"/>
          </p:nvPr>
        </p:nvSpPr>
        <p:spPr>
          <a:xfrm>
            <a:off x="1555200" y="188280"/>
            <a:ext cx="9358560" cy="700560"/>
          </a:xfrm>
          <a:prstGeom prst="rect">
            <a:avLst/>
          </a:prstGeom>
          <a:noFill/>
          <a:ln w="28440">
            <a:solidFill>
              <a:srgbClr val="2D528F"/>
            </a:solidFill>
            <a:round/>
          </a:ln>
        </p:spPr>
        <p:txBody>
          <a:bodyPr lIns="0" tIns="144720" rIns="0" bIns="0" anchor="t">
            <a:spAutoFit/>
          </a:bodyPr>
          <a:p>
            <a:pPr indent="0" algn="ctr">
              <a:lnSpc>
                <a:spcPct val="100000"/>
              </a:lnSpc>
              <a:spcBef>
                <a:spcPts val="1140"/>
              </a:spcBef>
              <a:buNone/>
              <a:tabLst>
                <a:tab pos="0" algn="l"/>
              </a:tabLst>
            </a:pPr>
            <a:r>
              <a:rPr lang="en-IN" sz="3600" b="1" u="none" spc="224" strike="noStrike">
                <a:solidFill>
                  <a:srgbClr val="C00000"/>
                </a:solidFill>
                <a:effectLst/>
                <a:uFillTx/>
                <a:latin typeface="Times New Roman"/>
              </a:rPr>
              <a:t>PROG</a:t>
            </a:r>
            <a:r>
              <a:rPr lang="en-IN" sz="3600" b="1" u="none" spc="224" strike="noStrike">
                <a:solidFill>
                  <a:srgbClr val="C00000"/>
                </a:solidFill>
                <a:effectLst/>
                <a:uFillTx/>
                <a:latin typeface="Times New Roman"/>
              </a:rPr>
              <a:t>RESS </a:t>
            </a:r>
            <a:r>
              <a:rPr lang="en-IN" sz="3600" b="1" u="none" spc="224" strike="noStrike">
                <a:solidFill>
                  <a:srgbClr val="C00000"/>
                </a:solidFill>
                <a:effectLst/>
                <a:uFillTx/>
                <a:latin typeface="Times New Roman"/>
              </a:rPr>
              <a:t>ACHIE</a:t>
            </a:r>
            <a:r>
              <a:rPr lang="en-IN" sz="3600" b="1" u="none" spc="224" strike="noStrike">
                <a:solidFill>
                  <a:srgbClr val="C00000"/>
                </a:solidFill>
                <a:effectLst/>
                <a:uFillTx/>
                <a:latin typeface="Times New Roman"/>
              </a:rPr>
              <a:t>VED</a:t>
            </a:r>
            <a:endParaRPr lang="en-IN" sz="3600" b="0" u="none" strike="noStrike">
              <a:solidFill>
                <a:srgbClr val="000000"/>
              </a:solidFill>
              <a:effectLst/>
              <a:uFillTx/>
              <a:latin typeface="Calibri"/>
            </a:endParaRPr>
          </a:p>
        </p:txBody>
      </p:sp>
      <p:grpSp>
        <p:nvGrpSpPr>
          <p:cNvPr id="151" name="object 3"/>
          <p:cNvGrpSpPr/>
          <p:nvPr/>
        </p:nvGrpSpPr>
        <p:grpSpPr>
          <a:xfrm>
            <a:off x="121320" y="90720"/>
            <a:ext cx="11941560" cy="6677640"/>
            <a:chOff x="121320" y="90720"/>
            <a:chExt cx="11941560" cy="6677640"/>
          </a:xfrm>
        </p:grpSpPr>
        <p:sp>
          <p:nvSpPr>
            <p:cNvPr id="152" name="object 4"/>
            <p:cNvSpPr/>
            <p:nvPr/>
          </p:nvSpPr>
          <p:spPr>
            <a:xfrm>
              <a:off x="121320" y="90720"/>
              <a:ext cx="11941560" cy="6677640"/>
            </a:xfrm>
            <a:custGeom>
              <a:avLst/>
              <a:gdLst>
                <a:gd name="textAreaLeft" fmla="*/ 0 w 11941560"/>
                <a:gd name="textAreaRight" fmla="*/ 11942280 w 11941560"/>
                <a:gd name="textAreaTop" fmla="*/ 0 h 6677640"/>
                <a:gd name="textAreaBottom" fmla="*/ 6678360 h 6677640"/>
              </a:gdLst>
              <a:ahLst/>
              <a:cxnLst/>
              <a:rect l="textAreaLeft" t="textAreaTop" r="textAreaRight" b="textAreaBottom"/>
              <a:pathLst>
                <a:path w="11942445" h="6678295">
                  <a:moveTo>
                    <a:pt x="0" y="6678168"/>
                  </a:moveTo>
                  <a:lnTo>
                    <a:pt x="11942064" y="6678168"/>
                  </a:lnTo>
                  <a:lnTo>
                    <a:pt x="11942064" y="0"/>
                  </a:lnTo>
                  <a:lnTo>
                    <a:pt x="0" y="0"/>
                  </a:lnTo>
                  <a:lnTo>
                    <a:pt x="0" y="6678168"/>
                  </a:lnTo>
                  <a:close/>
                </a:path>
              </a:pathLst>
            </a:custGeom>
            <a:noFill/>
            <a:ln w="28575">
              <a:solidFill>
                <a:srgbClr val="2D528F"/>
              </a:solidFill>
              <a:round/>
            </a:ln>
          </p:spPr>
          <p:style>
            <a:lnRef idx="0"/>
            <a:fillRef idx="0"/>
            <a:effectRef idx="0"/>
            <a:fontRef idx="minor"/>
          </p:style>
          <p:txBody>
            <a:bodyPr lIns="0" tIns="0" rIns="0" bIns="0" anchor="t">
              <a:noAutofit/>
            </a:bodyPr>
            <a:p>
              <a:endParaRPr lang="en-IN" sz="1800" b="0" u="none" strike="noStrike">
                <a:solidFill>
                  <a:srgbClr val="000000"/>
                </a:solidFill>
                <a:effectLst/>
                <a:uFillTx/>
                <a:latin typeface="Arial"/>
              </a:endParaRPr>
            </a:p>
          </p:txBody>
        </p:sp>
        <p:pic>
          <p:nvPicPr>
            <p:cNvPr id="153" name="object 5"/>
            <p:cNvPicPr/>
            <p:nvPr/>
          </p:nvPicPr>
          <p:blipFill>
            <a:blip r:embed="rId1"/>
            <a:stretch/>
          </p:blipFill>
          <p:spPr>
            <a:xfrm>
              <a:off x="405360" y="187560"/>
              <a:ext cx="872640" cy="1000440"/>
            </a:xfrm>
            <a:prstGeom prst="rect">
              <a:avLst/>
            </a:prstGeom>
            <a:noFill/>
            <a:ln w="0">
              <a:noFill/>
            </a:ln>
          </p:spPr>
        </p:pic>
      </p:grpSp>
      <p:sp>
        <p:nvSpPr>
          <p:cNvPr id="154" name="object 7"/>
          <p:cNvSpPr/>
          <p:nvPr/>
        </p:nvSpPr>
        <p:spPr>
          <a:xfrm>
            <a:off x="11629800" y="6396120"/>
            <a:ext cx="433080" cy="277560"/>
          </a:xfrm>
          <a:prstGeom prst="rect">
            <a:avLst/>
          </a:prstGeom>
          <a:noFill/>
          <a:ln w="0">
            <a:noFill/>
          </a:ln>
        </p:spPr>
        <p:style>
          <a:lnRef idx="0"/>
          <a:fillRef idx="0"/>
          <a:effectRef idx="0"/>
          <a:fontRef idx="minor"/>
        </p:style>
        <p:txBody>
          <a:bodyPr lIns="0" tIns="1440" rIns="0" bIns="0" anchor="t">
            <a:spAutoFit/>
          </a:bodyPr>
          <a:p>
            <a:pPr marL="12600">
              <a:lnSpc>
                <a:spcPct val="100000"/>
              </a:lnSpc>
              <a:spcBef>
                <a:spcPts val="11"/>
              </a:spcBef>
            </a:pPr>
            <a:r>
              <a:rPr lang="en-US" sz="1800" b="1" u="none" spc="-51" strike="noStrike">
                <a:solidFill>
                  <a:srgbClr val="2D5395"/>
                </a:solidFill>
                <a:effectLst/>
                <a:uFillTx/>
                <a:latin typeface="Cambria"/>
              </a:rPr>
              <a:t>18</a:t>
            </a:r>
            <a:endParaRPr lang="en-IN" sz="1800" b="0" u="none" strike="noStrike">
              <a:solidFill>
                <a:srgbClr val="000000"/>
              </a:solidFill>
              <a:effectLst/>
              <a:uFillTx/>
              <a:latin typeface="Arial"/>
            </a:endParaRPr>
          </a:p>
        </p:txBody>
      </p:sp>
      <p:pic>
        <p:nvPicPr>
          <p:cNvPr id="155" name="Picture 7"/>
          <p:cNvPicPr/>
          <p:nvPr/>
        </p:nvPicPr>
        <p:blipFill>
          <a:blip r:embed="rId2"/>
          <a:stretch/>
        </p:blipFill>
        <p:spPr>
          <a:xfrm>
            <a:off x="1555200" y="986040"/>
            <a:ext cx="9358560" cy="5033160"/>
          </a:xfrm>
          <a:prstGeom prst="rect">
            <a:avLst/>
          </a:prstGeom>
          <a:noFill/>
          <a:ln w="0">
            <a:noFill/>
          </a:ln>
        </p:spPr>
      </p:pic>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6" name="PlaceHolder 1"/>
          <p:cNvSpPr>
            <a:spLocks noGrp="1"/>
          </p:cNvSpPr>
          <p:nvPr>
            <p:ph type="title"/>
          </p:nvPr>
        </p:nvSpPr>
        <p:spPr>
          <a:xfrm>
            <a:off x="1555200" y="188280"/>
            <a:ext cx="9358560" cy="700560"/>
          </a:xfrm>
          <a:prstGeom prst="rect">
            <a:avLst/>
          </a:prstGeom>
          <a:noFill/>
          <a:ln w="28440">
            <a:solidFill>
              <a:srgbClr val="2D528F"/>
            </a:solidFill>
            <a:round/>
          </a:ln>
        </p:spPr>
        <p:txBody>
          <a:bodyPr lIns="0" tIns="144720" rIns="0" bIns="0" anchor="t">
            <a:spAutoFit/>
          </a:bodyPr>
          <a:p>
            <a:pPr indent="0" algn="ctr">
              <a:lnSpc>
                <a:spcPct val="100000"/>
              </a:lnSpc>
              <a:spcBef>
                <a:spcPts val="1140"/>
              </a:spcBef>
              <a:buNone/>
              <a:tabLst>
                <a:tab pos="0" algn="l"/>
              </a:tabLst>
            </a:pPr>
            <a:r>
              <a:rPr lang="en-IN" sz="3600" b="1" u="none" spc="224" strike="noStrike">
                <a:solidFill>
                  <a:srgbClr val="C00000"/>
                </a:solidFill>
                <a:effectLst/>
                <a:uFillTx/>
                <a:latin typeface="Times New Roman"/>
              </a:rPr>
              <a:t>PROGRESS ACHIEVED</a:t>
            </a:r>
            <a:endParaRPr lang="en-IN" sz="3600" b="0" u="none" strike="noStrike">
              <a:solidFill>
                <a:srgbClr val="000000"/>
              </a:solidFill>
              <a:effectLst/>
              <a:uFillTx/>
              <a:latin typeface="Calibri"/>
            </a:endParaRPr>
          </a:p>
        </p:txBody>
      </p:sp>
      <p:grpSp>
        <p:nvGrpSpPr>
          <p:cNvPr id="157" name="object 3"/>
          <p:cNvGrpSpPr/>
          <p:nvPr/>
        </p:nvGrpSpPr>
        <p:grpSpPr>
          <a:xfrm>
            <a:off x="121320" y="90720"/>
            <a:ext cx="11941560" cy="6677640"/>
            <a:chOff x="121320" y="90720"/>
            <a:chExt cx="11941560" cy="6677640"/>
          </a:xfrm>
        </p:grpSpPr>
        <p:sp>
          <p:nvSpPr>
            <p:cNvPr id="158" name="object 4"/>
            <p:cNvSpPr/>
            <p:nvPr/>
          </p:nvSpPr>
          <p:spPr>
            <a:xfrm>
              <a:off x="121320" y="90720"/>
              <a:ext cx="11941560" cy="6677640"/>
            </a:xfrm>
            <a:custGeom>
              <a:avLst/>
              <a:gdLst>
                <a:gd name="textAreaLeft" fmla="*/ 0 w 11941560"/>
                <a:gd name="textAreaRight" fmla="*/ 11942280 w 11941560"/>
                <a:gd name="textAreaTop" fmla="*/ 0 h 6677640"/>
                <a:gd name="textAreaBottom" fmla="*/ 6678360 h 6677640"/>
              </a:gdLst>
              <a:ahLst/>
              <a:cxnLst/>
              <a:rect l="textAreaLeft" t="textAreaTop" r="textAreaRight" b="textAreaBottom"/>
              <a:pathLst>
                <a:path w="11942445" h="6678295">
                  <a:moveTo>
                    <a:pt x="0" y="6678168"/>
                  </a:moveTo>
                  <a:lnTo>
                    <a:pt x="11942064" y="6678168"/>
                  </a:lnTo>
                  <a:lnTo>
                    <a:pt x="11942064" y="0"/>
                  </a:lnTo>
                  <a:lnTo>
                    <a:pt x="0" y="0"/>
                  </a:lnTo>
                  <a:lnTo>
                    <a:pt x="0" y="6678168"/>
                  </a:lnTo>
                  <a:close/>
                </a:path>
              </a:pathLst>
            </a:custGeom>
            <a:noFill/>
            <a:ln w="28575">
              <a:solidFill>
                <a:srgbClr val="2D528F"/>
              </a:solidFill>
              <a:round/>
            </a:ln>
          </p:spPr>
          <p:style>
            <a:lnRef idx="0"/>
            <a:fillRef idx="0"/>
            <a:effectRef idx="0"/>
            <a:fontRef idx="minor"/>
          </p:style>
          <p:txBody>
            <a:bodyPr lIns="0" tIns="0" rIns="0" bIns="0" anchor="t">
              <a:noAutofit/>
            </a:bodyPr>
            <a:p>
              <a:endParaRPr lang="en-IN" sz="1800" b="0" u="none" strike="noStrike">
                <a:solidFill>
                  <a:srgbClr val="000000"/>
                </a:solidFill>
                <a:effectLst/>
                <a:uFillTx/>
                <a:latin typeface="Arial"/>
              </a:endParaRPr>
            </a:p>
          </p:txBody>
        </p:sp>
        <p:pic>
          <p:nvPicPr>
            <p:cNvPr id="159" name="object 5"/>
            <p:cNvPicPr/>
            <p:nvPr/>
          </p:nvPicPr>
          <p:blipFill>
            <a:blip r:embed="rId1"/>
            <a:stretch/>
          </p:blipFill>
          <p:spPr>
            <a:xfrm>
              <a:off x="405360" y="187560"/>
              <a:ext cx="872640" cy="1000440"/>
            </a:xfrm>
            <a:prstGeom prst="rect">
              <a:avLst/>
            </a:prstGeom>
            <a:noFill/>
            <a:ln w="0">
              <a:noFill/>
            </a:ln>
          </p:spPr>
        </p:pic>
      </p:grpSp>
      <p:sp>
        <p:nvSpPr>
          <p:cNvPr id="160" name="object 7"/>
          <p:cNvSpPr/>
          <p:nvPr/>
        </p:nvSpPr>
        <p:spPr>
          <a:xfrm>
            <a:off x="11629800" y="6396120"/>
            <a:ext cx="433080" cy="277560"/>
          </a:xfrm>
          <a:prstGeom prst="rect">
            <a:avLst/>
          </a:prstGeom>
          <a:noFill/>
          <a:ln w="0">
            <a:noFill/>
          </a:ln>
        </p:spPr>
        <p:style>
          <a:lnRef idx="0"/>
          <a:fillRef idx="0"/>
          <a:effectRef idx="0"/>
          <a:fontRef idx="minor"/>
        </p:style>
        <p:txBody>
          <a:bodyPr lIns="0" tIns="1440" rIns="0" bIns="0" anchor="t">
            <a:spAutoFit/>
          </a:bodyPr>
          <a:p>
            <a:pPr marL="12600">
              <a:lnSpc>
                <a:spcPct val="100000"/>
              </a:lnSpc>
              <a:spcBef>
                <a:spcPts val="11"/>
              </a:spcBef>
            </a:pPr>
            <a:r>
              <a:rPr lang="en-US" sz="1800" b="1" u="none" spc="-51" strike="noStrike">
                <a:solidFill>
                  <a:srgbClr val="2D5395"/>
                </a:solidFill>
                <a:effectLst/>
                <a:uFillTx/>
                <a:latin typeface="Cambria"/>
              </a:rPr>
              <a:t>19</a:t>
            </a:r>
            <a:endParaRPr lang="en-IN" sz="1800" b="0" u="none" strike="noStrike">
              <a:solidFill>
                <a:srgbClr val="000000"/>
              </a:solidFill>
              <a:effectLst/>
              <a:uFillTx/>
              <a:latin typeface="Arial"/>
            </a:endParaRPr>
          </a:p>
        </p:txBody>
      </p:sp>
      <p:pic>
        <p:nvPicPr>
          <p:cNvPr id="161" name="Picture 8"/>
          <p:cNvPicPr/>
          <p:nvPr/>
        </p:nvPicPr>
        <p:blipFill>
          <a:blip r:embed="rId2"/>
          <a:stretch/>
        </p:blipFill>
        <p:spPr>
          <a:xfrm>
            <a:off x="1555200" y="998640"/>
            <a:ext cx="9358560" cy="5020560"/>
          </a:xfrm>
          <a:prstGeom prst="rect">
            <a:avLst/>
          </a:prstGeom>
          <a:noFill/>
          <a:ln w="0">
            <a:noFill/>
          </a:ln>
        </p:spPr>
      </p:pic>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2" name="PlaceHolder 1"/>
          <p:cNvSpPr>
            <a:spLocks noGrp="1"/>
          </p:cNvSpPr>
          <p:nvPr>
            <p:ph type="title"/>
          </p:nvPr>
        </p:nvSpPr>
        <p:spPr>
          <a:xfrm>
            <a:off x="1555200" y="188280"/>
            <a:ext cx="9358560" cy="700560"/>
          </a:xfrm>
          <a:prstGeom prst="rect">
            <a:avLst/>
          </a:prstGeom>
          <a:noFill/>
          <a:ln w="28440">
            <a:solidFill>
              <a:srgbClr val="2D528F"/>
            </a:solidFill>
            <a:round/>
          </a:ln>
        </p:spPr>
        <p:txBody>
          <a:bodyPr lIns="0" tIns="144720" rIns="0" bIns="0" anchor="t">
            <a:spAutoFit/>
          </a:bodyPr>
          <a:p>
            <a:pPr indent="0" algn="ctr">
              <a:lnSpc>
                <a:spcPct val="100000"/>
              </a:lnSpc>
              <a:spcBef>
                <a:spcPts val="1140"/>
              </a:spcBef>
              <a:buNone/>
              <a:tabLst>
                <a:tab pos="0" algn="l"/>
              </a:tabLst>
            </a:pPr>
            <a:r>
              <a:rPr lang="en-IN" sz="3600" b="1" u="none" spc="224" strike="noStrike">
                <a:solidFill>
                  <a:srgbClr val="C00000"/>
                </a:solidFill>
                <a:effectLst/>
                <a:uFillTx/>
                <a:latin typeface="Times New Roman"/>
              </a:rPr>
              <a:t>RECENT PROGRESS ACHIEVED</a:t>
            </a:r>
            <a:endParaRPr lang="en-IN" sz="3600" b="0" u="none" strike="noStrike">
              <a:solidFill>
                <a:srgbClr val="000000"/>
              </a:solidFill>
              <a:effectLst/>
              <a:uFillTx/>
              <a:latin typeface="Calibri"/>
            </a:endParaRPr>
          </a:p>
        </p:txBody>
      </p:sp>
      <p:grpSp>
        <p:nvGrpSpPr>
          <p:cNvPr id="163" name="object 3"/>
          <p:cNvGrpSpPr/>
          <p:nvPr/>
        </p:nvGrpSpPr>
        <p:grpSpPr>
          <a:xfrm>
            <a:off x="121320" y="90720"/>
            <a:ext cx="11941560" cy="6677640"/>
            <a:chOff x="121320" y="90720"/>
            <a:chExt cx="11941560" cy="6677640"/>
          </a:xfrm>
        </p:grpSpPr>
        <p:sp>
          <p:nvSpPr>
            <p:cNvPr id="164" name="object 4"/>
            <p:cNvSpPr/>
            <p:nvPr/>
          </p:nvSpPr>
          <p:spPr>
            <a:xfrm>
              <a:off x="121320" y="90720"/>
              <a:ext cx="11941560" cy="6677640"/>
            </a:xfrm>
            <a:custGeom>
              <a:avLst/>
              <a:gdLst>
                <a:gd name="textAreaLeft" fmla="*/ 0 w 11941560"/>
                <a:gd name="textAreaRight" fmla="*/ 11942280 w 11941560"/>
                <a:gd name="textAreaTop" fmla="*/ 0 h 6677640"/>
                <a:gd name="textAreaBottom" fmla="*/ 6678360 h 6677640"/>
              </a:gdLst>
              <a:ahLst/>
              <a:cxnLst/>
              <a:rect l="textAreaLeft" t="textAreaTop" r="textAreaRight" b="textAreaBottom"/>
              <a:pathLst>
                <a:path w="11942445" h="6678295">
                  <a:moveTo>
                    <a:pt x="0" y="6678168"/>
                  </a:moveTo>
                  <a:lnTo>
                    <a:pt x="11942064" y="6678168"/>
                  </a:lnTo>
                  <a:lnTo>
                    <a:pt x="11942064" y="0"/>
                  </a:lnTo>
                  <a:lnTo>
                    <a:pt x="0" y="0"/>
                  </a:lnTo>
                  <a:lnTo>
                    <a:pt x="0" y="6678168"/>
                  </a:lnTo>
                  <a:close/>
                </a:path>
              </a:pathLst>
            </a:custGeom>
            <a:noFill/>
            <a:ln w="28575">
              <a:solidFill>
                <a:srgbClr val="2D528F"/>
              </a:solidFill>
              <a:round/>
            </a:ln>
          </p:spPr>
          <p:style>
            <a:lnRef idx="0"/>
            <a:fillRef idx="0"/>
            <a:effectRef idx="0"/>
            <a:fontRef idx="minor"/>
          </p:style>
          <p:txBody>
            <a:bodyPr lIns="0" tIns="0" rIns="0" bIns="0" anchor="t">
              <a:noAutofit/>
            </a:bodyPr>
            <a:p>
              <a:endParaRPr lang="en-IN" sz="1800" b="0" u="none" strike="noStrike">
                <a:solidFill>
                  <a:srgbClr val="000000"/>
                </a:solidFill>
                <a:effectLst/>
                <a:uFillTx/>
                <a:latin typeface="Arial"/>
              </a:endParaRPr>
            </a:p>
          </p:txBody>
        </p:sp>
        <p:pic>
          <p:nvPicPr>
            <p:cNvPr id="165" name="object 5"/>
            <p:cNvPicPr/>
            <p:nvPr/>
          </p:nvPicPr>
          <p:blipFill>
            <a:blip r:embed="rId1"/>
            <a:stretch/>
          </p:blipFill>
          <p:spPr>
            <a:xfrm>
              <a:off x="405360" y="187560"/>
              <a:ext cx="872640" cy="1000440"/>
            </a:xfrm>
            <a:prstGeom prst="rect">
              <a:avLst/>
            </a:prstGeom>
            <a:noFill/>
            <a:ln w="0">
              <a:noFill/>
            </a:ln>
          </p:spPr>
        </p:pic>
      </p:grpSp>
      <p:sp>
        <p:nvSpPr>
          <p:cNvPr id="166" name="object 7"/>
          <p:cNvSpPr/>
          <p:nvPr/>
        </p:nvSpPr>
        <p:spPr>
          <a:xfrm>
            <a:off x="11629800" y="6396120"/>
            <a:ext cx="433080" cy="277560"/>
          </a:xfrm>
          <a:prstGeom prst="rect">
            <a:avLst/>
          </a:prstGeom>
          <a:noFill/>
          <a:ln w="0">
            <a:noFill/>
          </a:ln>
        </p:spPr>
        <p:style>
          <a:lnRef idx="0"/>
          <a:fillRef idx="0"/>
          <a:effectRef idx="0"/>
          <a:fontRef idx="minor"/>
        </p:style>
        <p:txBody>
          <a:bodyPr lIns="0" tIns="1440" rIns="0" bIns="0" anchor="t">
            <a:spAutoFit/>
          </a:bodyPr>
          <a:p>
            <a:pPr marL="12600">
              <a:lnSpc>
                <a:spcPct val="100000"/>
              </a:lnSpc>
              <a:spcBef>
                <a:spcPts val="11"/>
              </a:spcBef>
            </a:pPr>
            <a:r>
              <a:rPr lang="en-US" sz="1800" b="1" u="none" spc="-51" strike="noStrike">
                <a:solidFill>
                  <a:srgbClr val="2D5395"/>
                </a:solidFill>
                <a:effectLst/>
                <a:uFillTx/>
                <a:latin typeface="Cambria"/>
              </a:rPr>
              <a:t>20</a:t>
            </a:r>
            <a:endParaRPr lang="en-IN" sz="1800" b="0" u="none" strike="noStrike">
              <a:solidFill>
                <a:srgbClr val="000000"/>
              </a:solidFill>
              <a:effectLst/>
              <a:uFillTx/>
              <a:latin typeface="Arial"/>
            </a:endParaRPr>
          </a:p>
        </p:txBody>
      </p:sp>
      <p:sp>
        <p:nvSpPr>
          <p:cNvPr id="167" name="TextBox 7"/>
          <p:cNvSpPr/>
          <p:nvPr/>
        </p:nvSpPr>
        <p:spPr>
          <a:xfrm>
            <a:off x="1143000" y="1523880"/>
            <a:ext cx="9829080" cy="922680"/>
          </a:xfrm>
          <a:prstGeom prst="rect">
            <a:avLst/>
          </a:prstGeom>
          <a:noFill/>
          <a:ln w="0">
            <a:noFill/>
          </a:ln>
        </p:spPr>
        <p:style>
          <a:lnRef idx="0"/>
          <a:fillRef idx="0"/>
          <a:effectRef idx="0"/>
          <a:fontRef idx="minor"/>
        </p:style>
        <p:txBody>
          <a:bodyPr lIns="90000" tIns="45000" rIns="90000" bIns="45000" anchor="t">
            <a:spAutoFit/>
          </a:bodyPr>
          <a:p>
            <a:pPr>
              <a:lnSpc>
                <a:spcPct val="100000"/>
              </a:lnSpc>
              <a:tabLst>
                <a:tab pos="0" algn="l"/>
              </a:tabLst>
            </a:pPr>
            <a:r>
              <a:rPr lang="en-IN" sz="1800" b="1" u="none" strike="noStrike">
                <a:solidFill>
                  <a:srgbClr val="000000"/>
                </a:solidFill>
                <a:effectLst/>
                <a:uFillTx/>
                <a:latin typeface="Arial"/>
              </a:rPr>
              <a:t>1. DICOM to NIfTI Toolkit Integration</a:t>
            </a:r>
            <a:endParaRPr lang="en-IN" sz="1800" b="0" u="none" strike="noStrike">
              <a:solidFill>
                <a:srgbClr val="000000"/>
              </a:solidFill>
              <a:effectLst/>
              <a:uFillTx/>
              <a:latin typeface="Arial"/>
            </a:endParaRPr>
          </a:p>
          <a:p>
            <a:pPr marL="743040" lvl="1" indent="-285840">
              <a:lnSpc>
                <a:spcPct val="100000"/>
              </a:lnSpc>
              <a:buClr>
                <a:srgbClr val="000000"/>
              </a:buClr>
              <a:buFont typeface="Arial"/>
              <a:buChar char="•"/>
              <a:tabLst>
                <a:tab pos="0" algn="l"/>
              </a:tabLst>
            </a:pPr>
            <a:r>
              <a:rPr lang="en-IN" sz="1800" b="1" u="none" strike="noStrike">
                <a:solidFill>
                  <a:srgbClr val="000000"/>
                </a:solidFill>
                <a:effectLst/>
                <a:uFillTx/>
                <a:latin typeface="Arial"/>
              </a:rPr>
              <a:t>Integrated an automated DICOM-to-NIfTI ingestion pipeline, enabling seamless multi-modal data harmonization for volumetric spatial reconstruction.</a:t>
            </a:r>
            <a:endParaRPr lang="en-IN" sz="1800" b="0" u="none" strike="noStrike">
              <a:solidFill>
                <a:srgbClr val="000000"/>
              </a:solidFill>
              <a:effectLst/>
              <a:uFillTx/>
              <a:latin typeface="Arial"/>
            </a:endParaRPr>
          </a:p>
        </p:txBody>
      </p:sp>
      <p:sp>
        <p:nvSpPr>
          <p:cNvPr id="168" name="TextBox 10"/>
          <p:cNvSpPr/>
          <p:nvPr/>
        </p:nvSpPr>
        <p:spPr>
          <a:xfrm>
            <a:off x="1143000" y="2782440"/>
            <a:ext cx="9770760" cy="1199520"/>
          </a:xfrm>
          <a:prstGeom prst="rect">
            <a:avLst/>
          </a:prstGeom>
          <a:noFill/>
          <a:ln w="0">
            <a:noFill/>
          </a:ln>
        </p:spPr>
        <p:style>
          <a:lnRef idx="0"/>
          <a:fillRef idx="0"/>
          <a:effectRef idx="0"/>
          <a:fontRef idx="minor"/>
        </p:style>
        <p:txBody>
          <a:bodyPr lIns="90000" tIns="45000" rIns="90000" bIns="45000" anchor="t">
            <a:spAutoFit/>
          </a:bodyPr>
          <a:p>
            <a:pPr>
              <a:lnSpc>
                <a:spcPct val="100000"/>
              </a:lnSpc>
              <a:tabLst>
                <a:tab pos="0" algn="l"/>
              </a:tabLst>
            </a:pPr>
            <a:r>
              <a:rPr lang="en-IN" sz="1800" b="1" u="none" strike="noStrike">
                <a:solidFill>
                  <a:srgbClr val="000000"/>
                </a:solidFill>
                <a:effectLst/>
                <a:uFillTx/>
                <a:latin typeface="Arial"/>
              </a:rPr>
              <a:t>2. Paper Submitted to ICTAGI 2026</a:t>
            </a:r>
            <a:endParaRPr lang="en-IN" sz="1800" b="0" u="none" strike="noStrike">
              <a:solidFill>
                <a:srgbClr val="000000"/>
              </a:solidFill>
              <a:effectLst/>
              <a:uFillTx/>
              <a:latin typeface="Arial"/>
            </a:endParaRPr>
          </a:p>
          <a:p>
            <a:pPr marL="743040" lvl="1" indent="-285840">
              <a:lnSpc>
                <a:spcPct val="100000"/>
              </a:lnSpc>
              <a:buClr>
                <a:srgbClr val="000000"/>
              </a:buClr>
              <a:buFont typeface="Arial"/>
              <a:buChar char="•"/>
              <a:tabLst>
                <a:tab pos="0" algn="l"/>
              </a:tabLst>
            </a:pPr>
            <a:r>
              <a:rPr lang="en-IN" sz="1800" b="1" u="none" strike="noStrike">
                <a:solidFill>
                  <a:srgbClr val="000000"/>
                </a:solidFill>
                <a:effectLst/>
                <a:uFillTx/>
                <a:latin typeface="Arial"/>
              </a:rPr>
              <a:t>Authored and formally submitted a peer-reviewed research manuscript to ICTAGI 2026, documenting our end-to-end multimodal 3D medical imaging architecture.</a:t>
            </a:r>
            <a:endParaRPr lang="en-IN" sz="1800" b="0" u="none" strike="noStrike">
              <a:solidFill>
                <a:srgbClr val="000000"/>
              </a:solidFill>
              <a:effectLst/>
              <a:uFillTx/>
              <a:latin typeface="Arial"/>
            </a:endParaRPr>
          </a:p>
          <a:p>
            <a:pPr marL="457200">
              <a:lnSpc>
                <a:spcPct val="100000"/>
              </a:lnSpc>
              <a:tabLst>
                <a:tab pos="0" algn="l"/>
              </a:tabLst>
            </a:pPr>
            <a:endParaRPr lang="en-IN" sz="1800" b="0" u="none" strike="noStrike">
              <a:solidFill>
                <a:srgbClr val="000000"/>
              </a:solidFill>
              <a:effectLst/>
              <a:uFillTx/>
              <a:latin typeface="Arial"/>
            </a:endParaRPr>
          </a:p>
        </p:txBody>
      </p:sp>
      <p:sp>
        <p:nvSpPr>
          <p:cNvPr id="169" name="TextBox 12"/>
          <p:cNvSpPr/>
          <p:nvPr/>
        </p:nvSpPr>
        <p:spPr>
          <a:xfrm>
            <a:off x="1130400" y="4146480"/>
            <a:ext cx="9923040" cy="922680"/>
          </a:xfrm>
          <a:prstGeom prst="rect">
            <a:avLst/>
          </a:prstGeom>
          <a:noFill/>
          <a:ln w="0">
            <a:noFill/>
          </a:ln>
        </p:spPr>
        <p:style>
          <a:lnRef idx="0"/>
          <a:fillRef idx="0"/>
          <a:effectRef idx="0"/>
          <a:fontRef idx="minor"/>
        </p:style>
        <p:txBody>
          <a:bodyPr lIns="90000" tIns="45000" rIns="90000" bIns="45000" anchor="t">
            <a:spAutoFit/>
          </a:bodyPr>
          <a:p>
            <a:pPr>
              <a:lnSpc>
                <a:spcPct val="100000"/>
              </a:lnSpc>
              <a:tabLst>
                <a:tab pos="0" algn="l"/>
              </a:tabLst>
            </a:pPr>
            <a:r>
              <a:rPr lang="en-IN" sz="1800" b="1" u="none" strike="noStrike">
                <a:solidFill>
                  <a:srgbClr val="000000"/>
                </a:solidFill>
                <a:effectLst/>
                <a:uFillTx/>
                <a:latin typeface="Arial"/>
              </a:rPr>
              <a:t>3. Radiologist Meeting on Clinical Workflow &amp; Pain Points</a:t>
            </a:r>
            <a:endParaRPr lang="en-IN" sz="1800" b="0" u="none" strike="noStrike">
              <a:solidFill>
                <a:srgbClr val="000000"/>
              </a:solidFill>
              <a:effectLst/>
              <a:uFillTx/>
              <a:latin typeface="Arial"/>
            </a:endParaRPr>
          </a:p>
          <a:p>
            <a:pPr marL="743040" lvl="1" indent="-285840">
              <a:lnSpc>
                <a:spcPct val="100000"/>
              </a:lnSpc>
              <a:buClr>
                <a:srgbClr val="000000"/>
              </a:buClr>
              <a:buFont typeface="Arial"/>
              <a:buChar char="•"/>
              <a:tabLst>
                <a:tab pos="0" algn="l"/>
              </a:tabLst>
            </a:pPr>
            <a:r>
              <a:rPr lang="en-IN" sz="1800" b="1" u="none" strike="noStrike">
                <a:solidFill>
                  <a:srgbClr val="000000"/>
                </a:solidFill>
                <a:effectLst/>
                <a:uFillTx/>
                <a:latin typeface="Arial"/>
              </a:rPr>
              <a:t>Established targeted expert interviews to align product capabilities with real-world radiological diagnostic pipelines and clinical usability requirements.</a:t>
            </a:r>
            <a:endParaRPr lang="en-IN"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0" name="PlaceHolder 1"/>
          <p:cNvSpPr>
            <a:spLocks noGrp="1"/>
          </p:cNvSpPr>
          <p:nvPr>
            <p:ph type="title"/>
          </p:nvPr>
        </p:nvSpPr>
        <p:spPr>
          <a:xfrm>
            <a:off x="1555200" y="188280"/>
            <a:ext cx="9358560" cy="700560"/>
          </a:xfrm>
          <a:prstGeom prst="rect">
            <a:avLst/>
          </a:prstGeom>
          <a:noFill/>
          <a:ln w="28440">
            <a:solidFill>
              <a:srgbClr val="2D528F"/>
            </a:solidFill>
            <a:round/>
          </a:ln>
        </p:spPr>
        <p:txBody>
          <a:bodyPr lIns="0" tIns="144720" rIns="0" bIns="0" anchor="t">
            <a:spAutoFit/>
          </a:bodyPr>
          <a:p>
            <a:pPr indent="0" algn="ctr">
              <a:lnSpc>
                <a:spcPct val="100000"/>
              </a:lnSpc>
              <a:spcBef>
                <a:spcPts val="1140"/>
              </a:spcBef>
              <a:buNone/>
              <a:tabLst>
                <a:tab pos="0" algn="l"/>
              </a:tabLst>
            </a:pPr>
            <a:r>
              <a:rPr lang="en-IN" sz="3600" b="1" u="none" spc="224" strike="noStrike">
                <a:solidFill>
                  <a:srgbClr val="C00000"/>
                </a:solidFill>
                <a:effectLst/>
                <a:uFillTx/>
                <a:latin typeface="Times New Roman"/>
              </a:rPr>
              <a:t>RECENT PROGRESS ACHIEVED</a:t>
            </a:r>
            <a:endParaRPr lang="en-IN" sz="3600" b="0" u="none" strike="noStrike">
              <a:solidFill>
                <a:srgbClr val="000000"/>
              </a:solidFill>
              <a:effectLst/>
              <a:uFillTx/>
              <a:latin typeface="Calibri"/>
            </a:endParaRPr>
          </a:p>
        </p:txBody>
      </p:sp>
      <p:grpSp>
        <p:nvGrpSpPr>
          <p:cNvPr id="171" name="object 3"/>
          <p:cNvGrpSpPr/>
          <p:nvPr/>
        </p:nvGrpSpPr>
        <p:grpSpPr>
          <a:xfrm>
            <a:off x="142560" y="90360"/>
            <a:ext cx="11941560" cy="6677640"/>
            <a:chOff x="142560" y="90360"/>
            <a:chExt cx="11941560" cy="6677640"/>
          </a:xfrm>
        </p:grpSpPr>
        <p:sp>
          <p:nvSpPr>
            <p:cNvPr id="172" name="object 4"/>
            <p:cNvSpPr/>
            <p:nvPr/>
          </p:nvSpPr>
          <p:spPr>
            <a:xfrm>
              <a:off x="142560" y="90360"/>
              <a:ext cx="11941560" cy="6677640"/>
            </a:xfrm>
            <a:custGeom>
              <a:avLst/>
              <a:gdLst>
                <a:gd name="textAreaLeft" fmla="*/ 0 w 11941560"/>
                <a:gd name="textAreaRight" fmla="*/ 11942280 w 11941560"/>
                <a:gd name="textAreaTop" fmla="*/ 0 h 6677640"/>
                <a:gd name="textAreaBottom" fmla="*/ 6678360 h 6677640"/>
              </a:gdLst>
              <a:ahLst/>
              <a:cxnLst/>
              <a:rect l="textAreaLeft" t="textAreaTop" r="textAreaRight" b="textAreaBottom"/>
              <a:pathLst>
                <a:path w="11942445" h="6678295">
                  <a:moveTo>
                    <a:pt x="0" y="6678168"/>
                  </a:moveTo>
                  <a:lnTo>
                    <a:pt x="11942064" y="6678168"/>
                  </a:lnTo>
                  <a:lnTo>
                    <a:pt x="11942064" y="0"/>
                  </a:lnTo>
                  <a:lnTo>
                    <a:pt x="0" y="0"/>
                  </a:lnTo>
                  <a:lnTo>
                    <a:pt x="0" y="6678168"/>
                  </a:lnTo>
                  <a:close/>
                </a:path>
              </a:pathLst>
            </a:custGeom>
            <a:noFill/>
            <a:ln w="28575">
              <a:solidFill>
                <a:srgbClr val="2D528F"/>
              </a:solidFill>
              <a:round/>
            </a:ln>
          </p:spPr>
          <p:style>
            <a:lnRef idx="0"/>
            <a:fillRef idx="0"/>
            <a:effectRef idx="0"/>
            <a:fontRef idx="minor"/>
          </p:style>
          <p:txBody>
            <a:bodyPr lIns="0" tIns="0" rIns="0" bIns="0" anchor="t">
              <a:noAutofit/>
            </a:bodyPr>
            <a:p>
              <a:endParaRPr lang="en-IN" sz="1800" b="0" u="none" strike="noStrike">
                <a:solidFill>
                  <a:srgbClr val="000000"/>
                </a:solidFill>
                <a:effectLst/>
                <a:uFillTx/>
                <a:latin typeface="Arial"/>
              </a:endParaRPr>
            </a:p>
          </p:txBody>
        </p:sp>
        <p:pic>
          <p:nvPicPr>
            <p:cNvPr id="173" name="object 5"/>
            <p:cNvPicPr/>
            <p:nvPr/>
          </p:nvPicPr>
          <p:blipFill>
            <a:blip r:embed="rId1"/>
            <a:stretch/>
          </p:blipFill>
          <p:spPr>
            <a:xfrm>
              <a:off x="426960" y="187200"/>
              <a:ext cx="872640" cy="1000440"/>
            </a:xfrm>
            <a:prstGeom prst="rect">
              <a:avLst/>
            </a:prstGeom>
            <a:noFill/>
            <a:ln w="0">
              <a:noFill/>
            </a:ln>
          </p:spPr>
        </p:pic>
      </p:grpSp>
      <p:sp>
        <p:nvSpPr>
          <p:cNvPr id="174" name="object 7"/>
          <p:cNvSpPr/>
          <p:nvPr/>
        </p:nvSpPr>
        <p:spPr>
          <a:xfrm>
            <a:off x="11629800" y="6396120"/>
            <a:ext cx="433080" cy="277560"/>
          </a:xfrm>
          <a:prstGeom prst="rect">
            <a:avLst/>
          </a:prstGeom>
          <a:noFill/>
          <a:ln w="0">
            <a:noFill/>
          </a:ln>
        </p:spPr>
        <p:style>
          <a:lnRef idx="0"/>
          <a:fillRef idx="0"/>
          <a:effectRef idx="0"/>
          <a:fontRef idx="minor"/>
        </p:style>
        <p:txBody>
          <a:bodyPr lIns="0" tIns="1440" rIns="0" bIns="0" anchor="t">
            <a:spAutoFit/>
          </a:bodyPr>
          <a:p>
            <a:pPr marL="12600">
              <a:lnSpc>
                <a:spcPct val="100000"/>
              </a:lnSpc>
              <a:spcBef>
                <a:spcPts val="11"/>
              </a:spcBef>
            </a:pPr>
            <a:r>
              <a:rPr lang="en-US" sz="1800" b="1" u="none" spc="-51" strike="noStrike">
                <a:solidFill>
                  <a:srgbClr val="2D5395"/>
                </a:solidFill>
                <a:effectLst/>
                <a:uFillTx/>
                <a:latin typeface="Cambria"/>
              </a:rPr>
              <a:t>21</a:t>
            </a:r>
            <a:endParaRPr lang="en-IN" sz="1800" b="0" u="none" strike="noStrike">
              <a:solidFill>
                <a:srgbClr val="000000"/>
              </a:solidFill>
              <a:effectLst/>
              <a:uFillTx/>
              <a:latin typeface="Arial"/>
            </a:endParaRPr>
          </a:p>
        </p:txBody>
      </p:sp>
      <p:sp>
        <p:nvSpPr>
          <p:cNvPr id="175" name="TextBox 7"/>
          <p:cNvSpPr/>
          <p:nvPr/>
        </p:nvSpPr>
        <p:spPr>
          <a:xfrm>
            <a:off x="1447920" y="1371600"/>
            <a:ext cx="9829080" cy="368640"/>
          </a:xfrm>
          <a:prstGeom prst="rect">
            <a:avLst/>
          </a:prstGeom>
          <a:noFill/>
          <a:ln w="0">
            <a:noFill/>
          </a:ln>
        </p:spPr>
        <p:style>
          <a:lnRef idx="0"/>
          <a:fillRef idx="0"/>
          <a:effectRef idx="0"/>
          <a:fontRef idx="minor"/>
        </p:style>
        <p:txBody>
          <a:bodyPr lIns="90000" tIns="45000" rIns="90000" bIns="45000" anchor="t">
            <a:spAutoFit/>
          </a:bodyPr>
          <a:p>
            <a:pPr>
              <a:lnSpc>
                <a:spcPct val="100000"/>
              </a:lnSpc>
              <a:tabLst>
                <a:tab pos="0" algn="l"/>
              </a:tabLst>
            </a:pPr>
            <a:r>
              <a:rPr lang="en-IN" sz="1800" b="1" u="none" strike="noStrike">
                <a:solidFill>
                  <a:srgbClr val="000000"/>
                </a:solidFill>
                <a:effectLst/>
                <a:uFillTx/>
                <a:latin typeface="Arial"/>
              </a:rPr>
              <a:t>DICOM to NIfTI Toolkit Integration</a:t>
            </a:r>
            <a:endParaRPr lang="en-IN" sz="1800" b="0" u="none" strike="noStrike">
              <a:solidFill>
                <a:srgbClr val="000000"/>
              </a:solidFill>
              <a:effectLst/>
              <a:uFillTx/>
              <a:latin typeface="Arial"/>
            </a:endParaRPr>
          </a:p>
        </p:txBody>
      </p:sp>
      <p:grpSp>
        <p:nvGrpSpPr>
          <p:cNvPr id="176" name="Group 5"/>
          <p:cNvGrpSpPr/>
          <p:nvPr/>
        </p:nvGrpSpPr>
        <p:grpSpPr>
          <a:xfrm>
            <a:off x="3370680" y="2224080"/>
            <a:ext cx="5485680" cy="3553920"/>
            <a:chOff x="3370680" y="2224080"/>
            <a:chExt cx="5485680" cy="3553920"/>
          </a:xfrm>
        </p:grpSpPr>
        <p:sp>
          <p:nvSpPr>
            <p:cNvPr id="177" name="Rounded Rectangle 29"/>
            <p:cNvSpPr/>
            <p:nvPr/>
          </p:nvSpPr>
          <p:spPr>
            <a:xfrm>
              <a:off x="3370680" y="2224080"/>
              <a:ext cx="5485680" cy="913680"/>
            </a:xfrm>
            <a:prstGeom prst="roundRect">
              <a:avLst>
                <a:gd name="adj" fmla="val 16667"/>
              </a:avLst>
            </a:prstGeom>
            <a:solidFill>
              <a:srgbClr val="4F81BD"/>
            </a:solidFill>
            <a:ln>
              <a:solidFill>
                <a:srgbClr val="223852"/>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pPr algn="ctr">
                <a:lnSpc>
                  <a:spcPct val="100000"/>
                </a:lnSpc>
              </a:pPr>
              <a:r>
                <a:rPr lang="en-IN" sz="1800" b="0" u="none" strike="noStrike">
                  <a:solidFill>
                    <a:schemeClr val="lt1"/>
                  </a:solidFill>
                  <a:effectLst/>
                  <a:uFillTx/>
                  <a:latin typeface="Calibri"/>
                </a:rPr>
                <a:t>DICOM Input Folder / ZIP (Series of 2D Slices) </a:t>
              </a:r>
              <a:endParaRPr lang="en-IN" sz="1800" b="0" u="none" strike="noStrike">
                <a:solidFill>
                  <a:srgbClr val="FFFFFF"/>
                </a:solidFill>
                <a:effectLst/>
                <a:uFillTx/>
                <a:latin typeface="Arial"/>
              </a:endParaRPr>
            </a:p>
          </p:txBody>
        </p:sp>
        <p:sp>
          <p:nvSpPr>
            <p:cNvPr id="178" name="Rounded Rectangle 30"/>
            <p:cNvSpPr/>
            <p:nvPr/>
          </p:nvSpPr>
          <p:spPr>
            <a:xfrm>
              <a:off x="3637440" y="4026240"/>
              <a:ext cx="4952160" cy="1751760"/>
            </a:xfrm>
            <a:prstGeom prst="roundRect">
              <a:avLst>
                <a:gd name="adj" fmla="val 16667"/>
              </a:avLst>
            </a:prstGeom>
            <a:solidFill>
              <a:srgbClr val="4F81BD"/>
            </a:solidFill>
            <a:ln>
              <a:solidFill>
                <a:srgbClr val="223852"/>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pPr>
                <a:lnSpc>
                  <a:spcPct val="100000"/>
                </a:lnSpc>
              </a:pPr>
              <a:r>
                <a:rPr lang="en-IN" sz="1800" b="0" u="none" strike="noStrike">
                  <a:solidFill>
                    <a:schemeClr val="lt1"/>
                  </a:solidFill>
                  <a:effectLst/>
                  <a:uFillTx/>
                  <a:latin typeface="Calibri"/>
                </a:rPr>
                <a:t>Ingestion Module: </a:t>
              </a:r>
              <a:endParaRPr lang="en-IN" sz="1800" b="0" u="none" strike="noStrike">
                <a:solidFill>
                  <a:srgbClr val="FFFFFF"/>
                </a:solidFill>
                <a:effectLst/>
                <a:uFillTx/>
                <a:latin typeface="Arial"/>
              </a:endParaRPr>
            </a:p>
            <a:p>
              <a:pPr>
                <a:lnSpc>
                  <a:spcPct val="100000"/>
                </a:lnSpc>
              </a:pPr>
              <a:r>
                <a:rPr lang="en-IN" sz="1800" b="0" u="none" strike="noStrike">
                  <a:solidFill>
                    <a:schemeClr val="lt1"/>
                  </a:solidFill>
                  <a:effectLst/>
                  <a:uFillTx/>
                  <a:latin typeface="Calibri"/>
                </a:rPr>
                <a:t> • Read DICOM Series Metadata &amp; Sort Slices </a:t>
              </a:r>
              <a:endParaRPr lang="en-IN" sz="1800" b="0" u="none" strike="noStrike">
                <a:solidFill>
                  <a:srgbClr val="FFFFFF"/>
                </a:solidFill>
                <a:effectLst/>
                <a:uFillTx/>
                <a:latin typeface="Arial"/>
              </a:endParaRPr>
            </a:p>
            <a:p>
              <a:pPr>
                <a:lnSpc>
                  <a:spcPct val="100000"/>
                </a:lnSpc>
              </a:pPr>
              <a:r>
                <a:rPr lang="en-IN" sz="1800" b="0" u="none" strike="noStrike">
                  <a:solidFill>
                    <a:schemeClr val="lt1"/>
                  </a:solidFill>
                  <a:effectLst/>
                  <a:uFillTx/>
                  <a:latin typeface="Calibri"/>
                </a:rPr>
                <a:t> • Reorient Spatial Direction Matrix to RAS </a:t>
              </a:r>
              <a:endParaRPr lang="en-IN" sz="1800" b="0" u="none" strike="noStrike">
                <a:solidFill>
                  <a:srgbClr val="FFFFFF"/>
                </a:solidFill>
                <a:effectLst/>
                <a:uFillTx/>
                <a:latin typeface="Arial"/>
              </a:endParaRPr>
            </a:p>
            <a:p>
              <a:pPr>
                <a:lnSpc>
                  <a:spcPct val="100000"/>
                </a:lnSpc>
              </a:pPr>
              <a:r>
                <a:rPr lang="en-IN" sz="1800" b="0" u="none" strike="noStrike">
                  <a:solidFill>
                    <a:schemeClr val="lt1"/>
                  </a:solidFill>
                  <a:effectLst/>
                  <a:uFillTx/>
                  <a:latin typeface="Calibri"/>
                </a:rPr>
                <a:t> • Write Unified 3D NIfTI Volume (.nii.gz) </a:t>
              </a:r>
              <a:endParaRPr lang="en-IN" sz="1800" b="0" u="none" strike="noStrike">
                <a:solidFill>
                  <a:srgbClr val="FFFFFF"/>
                </a:solidFill>
                <a:effectLst/>
                <a:uFillTx/>
                <a:latin typeface="Arial"/>
              </a:endParaRPr>
            </a:p>
          </p:txBody>
        </p:sp>
        <p:cxnSp>
          <p:nvCxnSpPr>
            <p:cNvPr id="179" name="Straight Arrow Connector 32"/>
            <p:cNvCxnSpPr>
              <a:stCxn id="177" idx="2"/>
              <a:endCxn id="178" idx="0"/>
            </p:cNvCxnSpPr>
            <p:nvPr/>
          </p:nvCxnSpPr>
          <p:spPr>
            <a:xfrm>
              <a:off x="6113520" y="3137760"/>
              <a:ext cx="360" cy="888840"/>
            </a:xfrm>
            <a:prstGeom prst="straightConnector1">
              <a:avLst/>
            </a:prstGeom>
            <a:ln w="0">
              <a:solidFill>
                <a:srgbClr val="4A7EBB"/>
              </a:solidFill>
              <a:tailEnd len="med" type="triangle" w="med"/>
            </a:ln>
          </p:spPr>
        </p:cxnSp>
      </p:gr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0">
  <p:cSld>
    <p:spTree>
      <p:nvGrpSpPr>
        <p:cNvPr id="1" name=""/>
        <p:cNvGrpSpPr/>
        <p:nvPr/>
      </p:nvGrpSpPr>
      <p:grpSpPr>
        <a:xfrm>
          <a:off x="0" y="0"/>
          <a:ext cx="0" cy="0"/>
          <a:chOff x="0" y="0"/>
          <a:chExt cx="0" cy="0"/>
        </a:xfrm>
      </p:grpSpPr>
      <p:sp>
        <p:nvSpPr>
          <p:cNvPr id="180" name="PlaceHolder 1"/>
          <p:cNvSpPr>
            <a:spLocks noGrp="1"/>
          </p:cNvSpPr>
          <p:nvPr>
            <p:ph type="title"/>
          </p:nvPr>
        </p:nvSpPr>
        <p:spPr>
          <a:xfrm>
            <a:off x="1555200" y="188280"/>
            <a:ext cx="9358560" cy="700560"/>
          </a:xfrm>
          <a:prstGeom prst="rect">
            <a:avLst/>
          </a:prstGeom>
          <a:noFill/>
          <a:ln w="28440">
            <a:solidFill>
              <a:srgbClr val="2D528F"/>
            </a:solidFill>
            <a:round/>
          </a:ln>
        </p:spPr>
        <p:txBody>
          <a:bodyPr lIns="0" tIns="144720" rIns="0" bIns="0" anchor="t">
            <a:spAutoFit/>
          </a:bodyPr>
          <a:p>
            <a:pPr indent="0" algn="ctr">
              <a:lnSpc>
                <a:spcPct val="100000"/>
              </a:lnSpc>
              <a:spcBef>
                <a:spcPts val="1140"/>
              </a:spcBef>
              <a:buNone/>
              <a:tabLst>
                <a:tab pos="0" algn="l"/>
              </a:tabLst>
            </a:pPr>
            <a:r>
              <a:rPr lang="en-IN" sz="3600" b="1" u="none" spc="224" strike="noStrike">
                <a:solidFill>
                  <a:srgbClr val="C00000"/>
                </a:solidFill>
                <a:effectLst/>
                <a:uFillTx/>
                <a:latin typeface="Times New Roman"/>
              </a:rPr>
              <a:t>RECENT PROGRESS ACHIEVED</a:t>
            </a:r>
            <a:endParaRPr lang="en-IN" sz="3600" b="0" u="none" strike="noStrike">
              <a:solidFill>
                <a:srgbClr val="000000"/>
              </a:solidFill>
              <a:effectLst/>
              <a:uFillTx/>
              <a:latin typeface="Calibri"/>
            </a:endParaRPr>
          </a:p>
        </p:txBody>
      </p:sp>
      <p:grpSp>
        <p:nvGrpSpPr>
          <p:cNvPr id="181" name="object 3"/>
          <p:cNvGrpSpPr/>
          <p:nvPr/>
        </p:nvGrpSpPr>
        <p:grpSpPr>
          <a:xfrm>
            <a:off x="142560" y="90360"/>
            <a:ext cx="11941560" cy="6677640"/>
            <a:chOff x="142560" y="90360"/>
            <a:chExt cx="11941560" cy="6677640"/>
          </a:xfrm>
        </p:grpSpPr>
        <p:sp>
          <p:nvSpPr>
            <p:cNvPr id="182" name="object 4"/>
            <p:cNvSpPr/>
            <p:nvPr/>
          </p:nvSpPr>
          <p:spPr>
            <a:xfrm>
              <a:off x="142560" y="90360"/>
              <a:ext cx="11941560" cy="6677640"/>
            </a:xfrm>
            <a:custGeom>
              <a:avLst/>
              <a:gdLst>
                <a:gd name="textAreaLeft" fmla="*/ 0 w 11941560"/>
                <a:gd name="textAreaRight" fmla="*/ 11942280 w 11941560"/>
                <a:gd name="textAreaTop" fmla="*/ 0 h 6677640"/>
                <a:gd name="textAreaBottom" fmla="*/ 6678360 h 6677640"/>
              </a:gdLst>
              <a:ahLst/>
              <a:cxnLst/>
              <a:rect l="textAreaLeft" t="textAreaTop" r="textAreaRight" b="textAreaBottom"/>
              <a:pathLst>
                <a:path w="11942445" h="6678295">
                  <a:moveTo>
                    <a:pt x="0" y="6678168"/>
                  </a:moveTo>
                  <a:lnTo>
                    <a:pt x="11942064" y="6678168"/>
                  </a:lnTo>
                  <a:lnTo>
                    <a:pt x="11942064" y="0"/>
                  </a:lnTo>
                  <a:lnTo>
                    <a:pt x="0" y="0"/>
                  </a:lnTo>
                  <a:lnTo>
                    <a:pt x="0" y="6678168"/>
                  </a:lnTo>
                  <a:close/>
                </a:path>
              </a:pathLst>
            </a:custGeom>
            <a:noFill/>
            <a:ln w="28575">
              <a:solidFill>
                <a:srgbClr val="2D528F"/>
              </a:solidFill>
              <a:round/>
            </a:ln>
          </p:spPr>
          <p:style>
            <a:lnRef idx="0"/>
            <a:fillRef idx="0"/>
            <a:effectRef idx="0"/>
            <a:fontRef idx="minor"/>
          </p:style>
          <p:txBody>
            <a:bodyPr lIns="0" tIns="0" rIns="0" bIns="0" anchor="t">
              <a:noAutofit/>
            </a:bodyPr>
            <a:p>
              <a:endParaRPr lang="en-IN" sz="1800" b="0" u="none" strike="noStrike">
                <a:solidFill>
                  <a:srgbClr val="000000"/>
                </a:solidFill>
                <a:effectLst/>
                <a:uFillTx/>
                <a:latin typeface="Arial"/>
              </a:endParaRPr>
            </a:p>
          </p:txBody>
        </p:sp>
        <p:pic>
          <p:nvPicPr>
            <p:cNvPr id="183" name="object 5"/>
            <p:cNvPicPr/>
            <p:nvPr/>
          </p:nvPicPr>
          <p:blipFill>
            <a:blip r:embed="rId1"/>
            <a:stretch/>
          </p:blipFill>
          <p:spPr>
            <a:xfrm>
              <a:off x="426960" y="187200"/>
              <a:ext cx="872640" cy="1000440"/>
            </a:xfrm>
            <a:prstGeom prst="rect">
              <a:avLst/>
            </a:prstGeom>
            <a:noFill/>
            <a:ln w="0">
              <a:noFill/>
            </a:ln>
          </p:spPr>
        </p:pic>
      </p:grpSp>
      <p:sp>
        <p:nvSpPr>
          <p:cNvPr id="184" name="object 7"/>
          <p:cNvSpPr/>
          <p:nvPr/>
        </p:nvSpPr>
        <p:spPr>
          <a:xfrm>
            <a:off x="11629800" y="6396120"/>
            <a:ext cx="433080" cy="277560"/>
          </a:xfrm>
          <a:prstGeom prst="rect">
            <a:avLst/>
          </a:prstGeom>
          <a:noFill/>
          <a:ln w="0">
            <a:noFill/>
          </a:ln>
        </p:spPr>
        <p:style>
          <a:lnRef idx="0"/>
          <a:fillRef idx="0"/>
          <a:effectRef idx="0"/>
          <a:fontRef idx="minor"/>
        </p:style>
        <p:txBody>
          <a:bodyPr lIns="0" tIns="1440" rIns="0" bIns="0" anchor="t">
            <a:spAutoFit/>
          </a:bodyPr>
          <a:p>
            <a:pPr marL="12600">
              <a:lnSpc>
                <a:spcPct val="100000"/>
              </a:lnSpc>
              <a:spcBef>
                <a:spcPts val="11"/>
              </a:spcBef>
            </a:pPr>
            <a:r>
              <a:rPr lang="en-US" sz="1800" b="1" u="none" spc="-51" strike="noStrike">
                <a:solidFill>
                  <a:srgbClr val="2D5395"/>
                </a:solidFill>
                <a:effectLst/>
                <a:uFillTx/>
                <a:latin typeface="Cambria"/>
              </a:rPr>
              <a:t>21</a:t>
            </a:r>
            <a:endParaRPr lang="en-IN" sz="1800" b="0" u="none" strike="noStrike">
              <a:solidFill>
                <a:srgbClr val="000000"/>
              </a:solidFill>
              <a:effectLst/>
              <a:uFillTx/>
              <a:latin typeface="Arial"/>
            </a:endParaRPr>
          </a:p>
        </p:txBody>
      </p:sp>
      <p:sp>
        <p:nvSpPr>
          <p:cNvPr id="185" name="TextBox 7"/>
          <p:cNvSpPr/>
          <p:nvPr/>
        </p:nvSpPr>
        <p:spPr>
          <a:xfrm>
            <a:off x="1447920" y="1221840"/>
            <a:ext cx="9829080" cy="368640"/>
          </a:xfrm>
          <a:prstGeom prst="rect">
            <a:avLst/>
          </a:prstGeom>
          <a:noFill/>
          <a:ln w="0">
            <a:noFill/>
          </a:ln>
        </p:spPr>
        <p:style>
          <a:lnRef idx="0"/>
          <a:fillRef idx="0"/>
          <a:effectRef idx="0"/>
          <a:fontRef idx="minor"/>
        </p:style>
        <p:txBody>
          <a:bodyPr lIns="90000" tIns="45000" rIns="90000" bIns="45000" anchor="t">
            <a:spAutoFit/>
          </a:bodyPr>
          <a:p>
            <a:pPr>
              <a:lnSpc>
                <a:spcPct val="100000"/>
              </a:lnSpc>
              <a:tabLst>
                <a:tab pos="0" algn="l"/>
              </a:tabLst>
            </a:pPr>
            <a:r>
              <a:rPr lang="en-IN" sz="1800" b="1" u="none" strike="noStrike">
                <a:solidFill>
                  <a:srgbClr val="000000"/>
                </a:solidFill>
                <a:effectLst/>
                <a:uFillTx/>
                <a:latin typeface="Arial"/>
              </a:rPr>
              <a:t>DICOM to NIfTI Toolkit Integration</a:t>
            </a:r>
            <a:endParaRPr lang="en-IN" sz="1800" b="0" u="none" strike="noStrike">
              <a:solidFill>
                <a:srgbClr val="000000"/>
              </a:solidFill>
              <a:effectLst/>
              <a:uFillTx/>
              <a:latin typeface="Arial"/>
            </a:endParaRPr>
          </a:p>
        </p:txBody>
      </p:sp>
      <p:sp>
        <p:nvSpPr>
          <p:cNvPr id="186" name="TextBox 12"/>
          <p:cNvSpPr/>
          <p:nvPr/>
        </p:nvSpPr>
        <p:spPr>
          <a:xfrm>
            <a:off x="1447920" y="1642680"/>
            <a:ext cx="9692640" cy="5026320"/>
          </a:xfrm>
          <a:prstGeom prst="rect">
            <a:avLst/>
          </a:prstGeom>
          <a:blipFill rotWithShape="0">
            <a:blip r:embed="rId2"/>
            <a:srcRect/>
            <a:stretch/>
          </a:blipFill>
          <a:ln w="0">
            <a:noFill/>
          </a:ln>
        </p:spPr>
        <p:style>
          <a:lnRef idx="0"/>
          <a:fillRef idx="0"/>
          <a:effectRef idx="0"/>
          <a:fontRef idx="minor"/>
        </p:style>
        <p:txBody>
          <a:bodyPr lIns="90000" tIns="45000" rIns="90000" bIns="45000" anchor="t">
            <a:noAutofit/>
          </a:bodyPr>
          <a:p>
            <a:pPr>
              <a:lnSpc>
                <a:spcPct val="100000"/>
              </a:lnSpc>
            </a:pPr>
            <a:r>
              <a:rPr lang="en-US" sz="1800" b="0" u="none" strike="noStrike">
                <a:solidFill>
                  <a:srgbClr val="FFFFFF">
                    <a:alpha val="1000"/>
                  </a:srgbClr>
                </a:solidFill>
                <a:effectLst/>
                <a:uFillTx/>
                <a:latin typeface="Arial"/>
              </a:rPr>
              <a:t> </a:t>
            </a:r>
            <a:endParaRPr lang="en-IN"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7" name="PlaceHolder 1"/>
          <p:cNvSpPr>
            <a:spLocks noGrp="1"/>
          </p:cNvSpPr>
          <p:nvPr>
            <p:ph type="title"/>
          </p:nvPr>
        </p:nvSpPr>
        <p:spPr>
          <a:xfrm>
            <a:off x="1555200" y="188280"/>
            <a:ext cx="9358560" cy="700560"/>
          </a:xfrm>
          <a:prstGeom prst="rect">
            <a:avLst/>
          </a:prstGeom>
          <a:noFill/>
          <a:ln w="28440">
            <a:solidFill>
              <a:srgbClr val="2D528F"/>
            </a:solidFill>
            <a:round/>
          </a:ln>
        </p:spPr>
        <p:txBody>
          <a:bodyPr lIns="0" tIns="144720" rIns="0" bIns="0" anchor="t">
            <a:spAutoFit/>
          </a:bodyPr>
          <a:p>
            <a:pPr indent="0" algn="ctr">
              <a:lnSpc>
                <a:spcPct val="100000"/>
              </a:lnSpc>
              <a:spcBef>
                <a:spcPts val="1140"/>
              </a:spcBef>
              <a:buNone/>
              <a:tabLst>
                <a:tab pos="0" algn="l"/>
              </a:tabLst>
            </a:pPr>
            <a:r>
              <a:rPr lang="en-IN" sz="3600" b="1" u="none" spc="224" strike="noStrike">
                <a:solidFill>
                  <a:srgbClr val="C00000"/>
                </a:solidFill>
                <a:effectLst/>
                <a:uFillTx/>
                <a:latin typeface="Times New Roman"/>
              </a:rPr>
              <a:t>PRELIMINARY RESULTS</a:t>
            </a:r>
            <a:endParaRPr lang="en-IN" sz="3600" b="0" u="none" strike="noStrike">
              <a:solidFill>
                <a:srgbClr val="000000"/>
              </a:solidFill>
              <a:effectLst/>
              <a:uFillTx/>
              <a:latin typeface="Calibri"/>
            </a:endParaRPr>
          </a:p>
        </p:txBody>
      </p:sp>
      <p:grpSp>
        <p:nvGrpSpPr>
          <p:cNvPr id="188" name="object 3"/>
          <p:cNvGrpSpPr/>
          <p:nvPr/>
        </p:nvGrpSpPr>
        <p:grpSpPr>
          <a:xfrm>
            <a:off x="121320" y="90720"/>
            <a:ext cx="11941560" cy="6677640"/>
            <a:chOff x="121320" y="90720"/>
            <a:chExt cx="11941560" cy="6677640"/>
          </a:xfrm>
        </p:grpSpPr>
        <p:sp>
          <p:nvSpPr>
            <p:cNvPr id="189" name="object 4"/>
            <p:cNvSpPr/>
            <p:nvPr/>
          </p:nvSpPr>
          <p:spPr>
            <a:xfrm>
              <a:off x="121320" y="90720"/>
              <a:ext cx="11941560" cy="6677640"/>
            </a:xfrm>
            <a:custGeom>
              <a:avLst/>
              <a:gdLst>
                <a:gd name="textAreaLeft" fmla="*/ 0 w 11941560"/>
                <a:gd name="textAreaRight" fmla="*/ 11942280 w 11941560"/>
                <a:gd name="textAreaTop" fmla="*/ 0 h 6677640"/>
                <a:gd name="textAreaBottom" fmla="*/ 6678360 h 6677640"/>
              </a:gdLst>
              <a:ahLst/>
              <a:cxnLst/>
              <a:rect l="textAreaLeft" t="textAreaTop" r="textAreaRight" b="textAreaBottom"/>
              <a:pathLst>
                <a:path w="11942445" h="6678295">
                  <a:moveTo>
                    <a:pt x="0" y="6678168"/>
                  </a:moveTo>
                  <a:lnTo>
                    <a:pt x="11942064" y="6678168"/>
                  </a:lnTo>
                  <a:lnTo>
                    <a:pt x="11942064" y="0"/>
                  </a:lnTo>
                  <a:lnTo>
                    <a:pt x="0" y="0"/>
                  </a:lnTo>
                  <a:lnTo>
                    <a:pt x="0" y="6678168"/>
                  </a:lnTo>
                  <a:close/>
                </a:path>
              </a:pathLst>
            </a:custGeom>
            <a:noFill/>
            <a:ln w="28575">
              <a:solidFill>
                <a:srgbClr val="2D528F"/>
              </a:solidFill>
              <a:round/>
            </a:ln>
          </p:spPr>
          <p:style>
            <a:lnRef idx="0"/>
            <a:fillRef idx="0"/>
            <a:effectRef idx="0"/>
            <a:fontRef idx="minor"/>
          </p:style>
          <p:txBody>
            <a:bodyPr lIns="0" tIns="0" rIns="0" bIns="0" anchor="t">
              <a:noAutofit/>
            </a:bodyPr>
            <a:p>
              <a:endParaRPr lang="en-IN" sz="1800" b="0" u="none" strike="noStrike">
                <a:solidFill>
                  <a:srgbClr val="000000"/>
                </a:solidFill>
                <a:effectLst/>
                <a:uFillTx/>
                <a:latin typeface="Arial"/>
              </a:endParaRPr>
            </a:p>
          </p:txBody>
        </p:sp>
        <p:pic>
          <p:nvPicPr>
            <p:cNvPr id="190" name="object 5"/>
            <p:cNvPicPr/>
            <p:nvPr/>
          </p:nvPicPr>
          <p:blipFill>
            <a:blip r:embed="rId1"/>
            <a:stretch/>
          </p:blipFill>
          <p:spPr>
            <a:xfrm>
              <a:off x="405360" y="187560"/>
              <a:ext cx="872640" cy="1000440"/>
            </a:xfrm>
            <a:prstGeom prst="rect">
              <a:avLst/>
            </a:prstGeom>
            <a:noFill/>
            <a:ln w="0">
              <a:noFill/>
            </a:ln>
          </p:spPr>
        </p:pic>
      </p:grpSp>
      <p:sp>
        <p:nvSpPr>
          <p:cNvPr id="191" name="object 7"/>
          <p:cNvSpPr/>
          <p:nvPr/>
        </p:nvSpPr>
        <p:spPr>
          <a:xfrm>
            <a:off x="11629800" y="6396120"/>
            <a:ext cx="433080" cy="277560"/>
          </a:xfrm>
          <a:prstGeom prst="rect">
            <a:avLst/>
          </a:prstGeom>
          <a:noFill/>
          <a:ln w="0">
            <a:noFill/>
          </a:ln>
        </p:spPr>
        <p:style>
          <a:lnRef idx="0"/>
          <a:fillRef idx="0"/>
          <a:effectRef idx="0"/>
          <a:fontRef idx="minor"/>
        </p:style>
        <p:txBody>
          <a:bodyPr lIns="0" tIns="1440" rIns="0" bIns="0" anchor="t">
            <a:spAutoFit/>
          </a:bodyPr>
          <a:p>
            <a:pPr marL="12600">
              <a:lnSpc>
                <a:spcPct val="100000"/>
              </a:lnSpc>
              <a:spcBef>
                <a:spcPts val="11"/>
              </a:spcBef>
            </a:pPr>
            <a:r>
              <a:rPr lang="en-US" sz="1800" b="1" u="none" spc="-51" strike="noStrike">
                <a:solidFill>
                  <a:srgbClr val="2D5395"/>
                </a:solidFill>
                <a:effectLst/>
                <a:uFillTx/>
                <a:latin typeface="Cambria"/>
              </a:rPr>
              <a:t>22</a:t>
            </a:r>
            <a:endParaRPr lang="en-IN" sz="1800" b="0" u="none" strike="noStrike">
              <a:solidFill>
                <a:srgbClr val="000000"/>
              </a:solidFill>
              <a:effectLst/>
              <a:uFillTx/>
              <a:latin typeface="Arial"/>
            </a:endParaRPr>
          </a:p>
        </p:txBody>
      </p:sp>
      <p:sp>
        <p:nvSpPr>
          <p:cNvPr id="192" name="TextBox 8"/>
          <p:cNvSpPr/>
          <p:nvPr/>
        </p:nvSpPr>
        <p:spPr>
          <a:xfrm>
            <a:off x="405360" y="1850040"/>
            <a:ext cx="11223720" cy="3277080"/>
          </a:xfrm>
          <a:prstGeom prst="rect">
            <a:avLst/>
          </a:prstGeom>
          <a:noFill/>
          <a:ln w="0">
            <a:noFill/>
          </a:ln>
        </p:spPr>
        <p:style>
          <a:lnRef idx="0"/>
          <a:fillRef idx="0"/>
          <a:effectRef idx="0"/>
          <a:fontRef idx="minor"/>
        </p:style>
        <p:txBody>
          <a:bodyPr lIns="90000" tIns="45000" rIns="90000" bIns="45000" anchor="t">
            <a:spAutoFit/>
          </a:bodyPr>
          <a:p>
            <a:pPr algn="ctr">
              <a:lnSpc>
                <a:spcPct val="100000"/>
              </a:lnSpc>
              <a:spcAft>
                <a:spcPts val="1199"/>
              </a:spcAft>
            </a:pPr>
            <a:r>
              <a:rPr lang="en-IN" sz="2000" b="1" u="none" strike="noStrike">
                <a:solidFill>
                  <a:srgbClr val="008080"/>
                </a:solidFill>
                <a:effectLst/>
                <a:uFillTx/>
                <a:latin typeface="Times New Roman"/>
              </a:rPr>
              <a:t>GRADIO INTERACTION INTERFACE</a:t>
            </a:r>
            <a:endParaRPr lang="en-IN" sz="2000" b="0" u="none" strike="noStrike">
              <a:solidFill>
                <a:srgbClr val="000000"/>
              </a:solidFill>
              <a:effectLst/>
              <a:uFillTx/>
              <a:latin typeface="Arial"/>
            </a:endParaRPr>
          </a:p>
          <a:p>
            <a:pPr marL="285840" indent="-285840">
              <a:lnSpc>
                <a:spcPct val="150000"/>
              </a:lnSpc>
              <a:spcBef>
                <a:spcPts val="601"/>
              </a:spcBef>
              <a:spcAft>
                <a:spcPts val="201"/>
              </a:spcAft>
              <a:buClr>
                <a:srgbClr val="1A2530"/>
              </a:buClr>
              <a:buFont typeface="Wingdings" charset="2"/>
              <a:buChar char=""/>
            </a:pPr>
            <a:r>
              <a:rPr lang="en-IN" sz="1800" b="1" u="none" strike="noStrike">
                <a:solidFill>
                  <a:srgbClr val="1A2530"/>
                </a:solidFill>
                <a:effectLst/>
                <a:uFillTx/>
                <a:latin typeface="Times New Roman"/>
              </a:rPr>
              <a:t>User-Friendly Dashboard: </a:t>
            </a:r>
            <a:r>
              <a:rPr lang="en-IN" sz="1800" b="0" u="none" strike="noStrike">
                <a:solidFill>
                  <a:srgbClr val="1A2530"/>
                </a:solidFill>
                <a:effectLst/>
                <a:uFillTx/>
                <a:latin typeface="Times New Roman"/>
              </a:rPr>
              <a:t>Enables local hosting at http://localhost:7860, providing clinical radiologists with a lightweight, browser-accessible interface.</a:t>
            </a:r>
            <a:endParaRPr lang="en-IN" sz="1800" b="0" u="none" strike="noStrike">
              <a:solidFill>
                <a:srgbClr val="000000"/>
              </a:solidFill>
              <a:effectLst/>
              <a:uFillTx/>
              <a:latin typeface="Arial"/>
            </a:endParaRPr>
          </a:p>
          <a:p>
            <a:pPr marL="285840" indent="-285840">
              <a:lnSpc>
                <a:spcPct val="150000"/>
              </a:lnSpc>
              <a:spcBef>
                <a:spcPts val="601"/>
              </a:spcBef>
              <a:spcAft>
                <a:spcPts val="201"/>
              </a:spcAft>
              <a:buClr>
                <a:srgbClr val="1A2530"/>
              </a:buClr>
              <a:buFont typeface="Wingdings" charset="2"/>
              <a:buChar char=""/>
            </a:pPr>
            <a:r>
              <a:rPr lang="en-IN" sz="1800" b="1" u="none" strike="noStrike">
                <a:solidFill>
                  <a:srgbClr val="1A2530"/>
                </a:solidFill>
                <a:effectLst/>
                <a:uFillTx/>
                <a:latin typeface="Times New Roman"/>
              </a:rPr>
              <a:t>Flexible Ingestion Control: </a:t>
            </a:r>
            <a:r>
              <a:rPr lang="en-IN" sz="1800" b="0" u="none" strike="noStrike">
                <a:solidFill>
                  <a:srgbClr val="1A2530"/>
                </a:solidFill>
                <a:effectLst/>
                <a:uFillTx/>
                <a:latin typeface="Times New Roman"/>
              </a:rPr>
              <a:t>Supports simple drag-and-drop file inputs for NIfTI modality-to-file mapping as well as DICOM archive folders.</a:t>
            </a:r>
            <a:endParaRPr lang="en-IN" sz="1800" b="0" u="none" strike="noStrike">
              <a:solidFill>
                <a:srgbClr val="000000"/>
              </a:solidFill>
              <a:effectLst/>
              <a:uFillTx/>
              <a:latin typeface="Arial"/>
            </a:endParaRPr>
          </a:p>
          <a:p>
            <a:pPr marL="285840" indent="-285840">
              <a:lnSpc>
                <a:spcPct val="150000"/>
              </a:lnSpc>
              <a:spcBef>
                <a:spcPts val="601"/>
              </a:spcBef>
              <a:spcAft>
                <a:spcPts val="201"/>
              </a:spcAft>
              <a:buClr>
                <a:srgbClr val="1A2530"/>
              </a:buClr>
              <a:buFont typeface="Wingdings" charset="2"/>
              <a:buChar char=""/>
            </a:pPr>
            <a:r>
              <a:rPr lang="en-IN" sz="1800" b="1" u="none" strike="noStrike">
                <a:solidFill>
                  <a:srgbClr val="1A2530"/>
                </a:solidFill>
                <a:effectLst/>
                <a:uFillTx/>
                <a:latin typeface="Times New Roman"/>
              </a:rPr>
              <a:t>Automated Backend Execution: </a:t>
            </a:r>
            <a:r>
              <a:rPr lang="en-IN" sz="1800" b="0" u="none" strike="noStrike">
                <a:solidFill>
                  <a:srgbClr val="1A2530"/>
                </a:solidFill>
                <a:effectLst/>
                <a:uFillTx/>
                <a:latin typeface="Times New Roman"/>
              </a:rPr>
              <a:t>Executes validations, cropping, resampling, model inference, and physical back-projection behind a single 'Run' trigger.</a:t>
            </a:r>
            <a:endParaRPr lang="en-IN"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3" name="PlaceHolder 1"/>
          <p:cNvSpPr>
            <a:spLocks noGrp="1"/>
          </p:cNvSpPr>
          <p:nvPr>
            <p:ph type="title"/>
          </p:nvPr>
        </p:nvSpPr>
        <p:spPr>
          <a:xfrm>
            <a:off x="1555200" y="188280"/>
            <a:ext cx="9358560" cy="700560"/>
          </a:xfrm>
          <a:prstGeom prst="rect">
            <a:avLst/>
          </a:prstGeom>
          <a:noFill/>
          <a:ln w="28440">
            <a:solidFill>
              <a:srgbClr val="2D528F"/>
            </a:solidFill>
            <a:round/>
          </a:ln>
        </p:spPr>
        <p:txBody>
          <a:bodyPr lIns="0" tIns="144720" rIns="0" bIns="0" anchor="t">
            <a:spAutoFit/>
          </a:bodyPr>
          <a:p>
            <a:pPr indent="0" algn="ctr">
              <a:lnSpc>
                <a:spcPct val="100000"/>
              </a:lnSpc>
              <a:spcBef>
                <a:spcPts val="1140"/>
              </a:spcBef>
              <a:buNone/>
              <a:tabLst>
                <a:tab pos="0" algn="l"/>
              </a:tabLst>
            </a:pPr>
            <a:r>
              <a:rPr lang="en-IN" sz="3600" b="1" u="none" spc="224" strike="noStrike">
                <a:solidFill>
                  <a:srgbClr val="C00000"/>
                </a:solidFill>
                <a:effectLst/>
                <a:uFillTx/>
                <a:latin typeface="Times New Roman"/>
              </a:rPr>
              <a:t>PRELIMINARY RESULTS</a:t>
            </a:r>
            <a:endParaRPr lang="en-IN" sz="3600" b="0" u="none" strike="noStrike">
              <a:solidFill>
                <a:srgbClr val="000000"/>
              </a:solidFill>
              <a:effectLst/>
              <a:uFillTx/>
              <a:latin typeface="Calibri"/>
            </a:endParaRPr>
          </a:p>
        </p:txBody>
      </p:sp>
      <p:grpSp>
        <p:nvGrpSpPr>
          <p:cNvPr id="194" name="object 3"/>
          <p:cNvGrpSpPr/>
          <p:nvPr/>
        </p:nvGrpSpPr>
        <p:grpSpPr>
          <a:xfrm>
            <a:off x="121320" y="90720"/>
            <a:ext cx="11941560" cy="6677640"/>
            <a:chOff x="121320" y="90720"/>
            <a:chExt cx="11941560" cy="6677640"/>
          </a:xfrm>
        </p:grpSpPr>
        <p:sp>
          <p:nvSpPr>
            <p:cNvPr id="195" name="object 4"/>
            <p:cNvSpPr/>
            <p:nvPr/>
          </p:nvSpPr>
          <p:spPr>
            <a:xfrm>
              <a:off x="121320" y="90720"/>
              <a:ext cx="11941560" cy="6677640"/>
            </a:xfrm>
            <a:custGeom>
              <a:avLst/>
              <a:gdLst>
                <a:gd name="textAreaLeft" fmla="*/ 0 w 11941560"/>
                <a:gd name="textAreaRight" fmla="*/ 11942280 w 11941560"/>
                <a:gd name="textAreaTop" fmla="*/ 0 h 6677640"/>
                <a:gd name="textAreaBottom" fmla="*/ 6678360 h 6677640"/>
              </a:gdLst>
              <a:ahLst/>
              <a:cxnLst/>
              <a:rect l="textAreaLeft" t="textAreaTop" r="textAreaRight" b="textAreaBottom"/>
              <a:pathLst>
                <a:path w="11942445" h="6678295">
                  <a:moveTo>
                    <a:pt x="0" y="6678168"/>
                  </a:moveTo>
                  <a:lnTo>
                    <a:pt x="11942064" y="6678168"/>
                  </a:lnTo>
                  <a:lnTo>
                    <a:pt x="11942064" y="0"/>
                  </a:lnTo>
                  <a:lnTo>
                    <a:pt x="0" y="0"/>
                  </a:lnTo>
                  <a:lnTo>
                    <a:pt x="0" y="6678168"/>
                  </a:lnTo>
                  <a:close/>
                </a:path>
              </a:pathLst>
            </a:custGeom>
            <a:noFill/>
            <a:ln w="28575">
              <a:solidFill>
                <a:srgbClr val="2D528F"/>
              </a:solidFill>
              <a:round/>
            </a:ln>
          </p:spPr>
          <p:style>
            <a:lnRef idx="0"/>
            <a:fillRef idx="0"/>
            <a:effectRef idx="0"/>
            <a:fontRef idx="minor"/>
          </p:style>
          <p:txBody>
            <a:bodyPr lIns="0" tIns="0" rIns="0" bIns="0" anchor="t">
              <a:noAutofit/>
            </a:bodyPr>
            <a:p>
              <a:endParaRPr lang="en-IN" sz="1800" b="0" u="none" strike="noStrike">
                <a:solidFill>
                  <a:srgbClr val="000000"/>
                </a:solidFill>
                <a:effectLst/>
                <a:uFillTx/>
                <a:latin typeface="Arial"/>
              </a:endParaRPr>
            </a:p>
          </p:txBody>
        </p:sp>
        <p:pic>
          <p:nvPicPr>
            <p:cNvPr id="196" name="object 5"/>
            <p:cNvPicPr/>
            <p:nvPr/>
          </p:nvPicPr>
          <p:blipFill>
            <a:blip r:embed="rId1"/>
            <a:stretch/>
          </p:blipFill>
          <p:spPr>
            <a:xfrm>
              <a:off x="405360" y="187560"/>
              <a:ext cx="872640" cy="1000440"/>
            </a:xfrm>
            <a:prstGeom prst="rect">
              <a:avLst/>
            </a:prstGeom>
            <a:noFill/>
            <a:ln w="0">
              <a:noFill/>
            </a:ln>
          </p:spPr>
        </p:pic>
      </p:grpSp>
      <p:sp>
        <p:nvSpPr>
          <p:cNvPr id="197" name="object 7"/>
          <p:cNvSpPr/>
          <p:nvPr/>
        </p:nvSpPr>
        <p:spPr>
          <a:xfrm>
            <a:off x="11629800" y="6396120"/>
            <a:ext cx="433080" cy="277560"/>
          </a:xfrm>
          <a:prstGeom prst="rect">
            <a:avLst/>
          </a:prstGeom>
          <a:noFill/>
          <a:ln w="0">
            <a:noFill/>
          </a:ln>
        </p:spPr>
        <p:style>
          <a:lnRef idx="0"/>
          <a:fillRef idx="0"/>
          <a:effectRef idx="0"/>
          <a:fontRef idx="minor"/>
        </p:style>
        <p:txBody>
          <a:bodyPr lIns="0" tIns="1440" rIns="0" bIns="0" anchor="t">
            <a:spAutoFit/>
          </a:bodyPr>
          <a:p>
            <a:pPr marL="12600">
              <a:lnSpc>
                <a:spcPct val="100000"/>
              </a:lnSpc>
              <a:spcBef>
                <a:spcPts val="11"/>
              </a:spcBef>
            </a:pPr>
            <a:r>
              <a:rPr lang="en-US" sz="1800" b="1" u="none" spc="-51" strike="noStrike">
                <a:solidFill>
                  <a:srgbClr val="2D5395"/>
                </a:solidFill>
                <a:effectLst/>
                <a:uFillTx/>
                <a:latin typeface="Cambria"/>
              </a:rPr>
              <a:t>23</a:t>
            </a:r>
            <a:endParaRPr lang="en-IN" sz="1800" b="0" u="none" strike="noStrike">
              <a:solidFill>
                <a:srgbClr val="000000"/>
              </a:solidFill>
              <a:effectLst/>
              <a:uFillTx/>
              <a:latin typeface="Arial"/>
            </a:endParaRPr>
          </a:p>
        </p:txBody>
      </p:sp>
      <p:sp>
        <p:nvSpPr>
          <p:cNvPr id="198" name="TextBox 8"/>
          <p:cNvSpPr/>
          <p:nvPr/>
        </p:nvSpPr>
        <p:spPr>
          <a:xfrm>
            <a:off x="405360" y="1850040"/>
            <a:ext cx="11223720" cy="4256640"/>
          </a:xfrm>
          <a:prstGeom prst="rect">
            <a:avLst/>
          </a:prstGeom>
          <a:noFill/>
          <a:ln w="0">
            <a:noFill/>
          </a:ln>
        </p:spPr>
        <p:style>
          <a:lnRef idx="0"/>
          <a:fillRef idx="0"/>
          <a:effectRef idx="0"/>
          <a:fontRef idx="minor"/>
        </p:style>
        <p:txBody>
          <a:bodyPr lIns="90000" tIns="45000" rIns="90000" bIns="45000" anchor="t">
            <a:spAutoFit/>
          </a:bodyPr>
          <a:p>
            <a:pPr algn="ctr">
              <a:lnSpc>
                <a:spcPct val="100000"/>
              </a:lnSpc>
              <a:spcAft>
                <a:spcPts val="1199"/>
              </a:spcAft>
            </a:pPr>
            <a:r>
              <a:rPr lang="en-IN" sz="2000" b="1" u="none" strike="noStrike">
                <a:solidFill>
                  <a:srgbClr val="008080"/>
                </a:solidFill>
                <a:effectLst/>
                <a:uFillTx/>
                <a:latin typeface="Times New Roman"/>
              </a:rPr>
              <a:t>VOLUMETRICS</a:t>
            </a:r>
            <a:r>
              <a:rPr lang="en-IN" sz="2000" b="1" u="none" strike="noStrike">
                <a:solidFill>
                  <a:srgbClr val="1A2530"/>
                </a:solidFill>
                <a:effectLst/>
                <a:uFillTx/>
                <a:latin typeface="Georgia"/>
              </a:rPr>
              <a:t> </a:t>
            </a:r>
            <a:r>
              <a:rPr lang="en-IN" sz="2000" b="1" u="none" strike="noStrike">
                <a:solidFill>
                  <a:srgbClr val="008080"/>
                </a:solidFill>
                <a:effectLst/>
                <a:uFillTx/>
                <a:latin typeface="Times New Roman"/>
              </a:rPr>
              <a:t>&amp; VISUALIZATIONS</a:t>
            </a:r>
            <a:endParaRPr lang="en-IN" sz="2000" b="0" u="none" strike="noStrike">
              <a:solidFill>
                <a:srgbClr val="000000"/>
              </a:solidFill>
              <a:effectLst/>
              <a:uFillTx/>
              <a:latin typeface="Arial"/>
            </a:endParaRPr>
          </a:p>
          <a:p>
            <a:pPr marL="343080" indent="-343080">
              <a:lnSpc>
                <a:spcPct val="150000"/>
              </a:lnSpc>
              <a:spcBef>
                <a:spcPts val="601"/>
              </a:spcBef>
              <a:spcAft>
                <a:spcPts val="201"/>
              </a:spcAft>
              <a:buClr>
                <a:srgbClr val="1A2530"/>
              </a:buClr>
              <a:buFont typeface="Wingdings" charset="2"/>
              <a:buChar char=""/>
            </a:pPr>
            <a:r>
              <a:rPr lang="en-IN" sz="1800" b="1" u="none" strike="noStrike">
                <a:solidFill>
                  <a:srgbClr val="1A2530"/>
                </a:solidFill>
                <a:effectLst/>
                <a:uFillTx/>
                <a:latin typeface="Times New Roman"/>
              </a:rPr>
              <a:t>Physical Volume Measurements: </a:t>
            </a:r>
            <a:r>
              <a:rPr lang="en-IN" sz="1800" b="0" u="none" strike="noStrike">
                <a:solidFill>
                  <a:srgbClr val="1A2530"/>
                </a:solidFill>
                <a:effectLst/>
                <a:uFillTx/>
                <a:latin typeface="Times New Roman"/>
              </a:rPr>
              <a:t>Calculates physical tumour volumes (in cm³) using source scan voxel spacings from the input affine matrix.</a:t>
            </a:r>
            <a:endParaRPr lang="en-IN" sz="1800" b="0" u="none" strike="noStrike">
              <a:solidFill>
                <a:srgbClr val="000000"/>
              </a:solidFill>
              <a:effectLst/>
              <a:uFillTx/>
              <a:latin typeface="Arial"/>
            </a:endParaRPr>
          </a:p>
          <a:p>
            <a:pPr marL="343080" indent="-343080">
              <a:lnSpc>
                <a:spcPct val="150000"/>
              </a:lnSpc>
              <a:spcBef>
                <a:spcPts val="601"/>
              </a:spcBef>
              <a:spcAft>
                <a:spcPts val="201"/>
              </a:spcAft>
              <a:buClr>
                <a:srgbClr val="1A2530"/>
              </a:buClr>
              <a:buFont typeface="Wingdings" charset="2"/>
              <a:buChar char=""/>
            </a:pPr>
            <a:r>
              <a:rPr lang="en-IN" sz="1800" b="1" u="none" strike="noStrike">
                <a:solidFill>
                  <a:srgbClr val="1A2530"/>
                </a:solidFill>
                <a:effectLst/>
                <a:uFillTx/>
                <a:latin typeface="Times New Roman"/>
              </a:rPr>
              <a:t>Tumour Multi-Class Labels: </a:t>
            </a:r>
            <a:r>
              <a:rPr lang="en-IN" sz="1800" b="0" u="none" strike="noStrike">
                <a:solidFill>
                  <a:srgbClr val="1A2530"/>
                </a:solidFill>
                <a:effectLst/>
                <a:uFillTx/>
                <a:latin typeface="Times New Roman"/>
              </a:rPr>
              <a:t>Reports distinct volume totals for Necrotic Core (Class 1), Peritumoral Edema (Class 2), Enhancing Tumour (Class 3), and Total Whole Tumour.</a:t>
            </a:r>
            <a:endParaRPr lang="en-IN" sz="1800" b="0" u="none" strike="noStrike">
              <a:solidFill>
                <a:srgbClr val="000000"/>
              </a:solidFill>
              <a:effectLst/>
              <a:uFillTx/>
              <a:latin typeface="Arial"/>
            </a:endParaRPr>
          </a:p>
          <a:p>
            <a:pPr marL="343080" indent="-343080">
              <a:lnSpc>
                <a:spcPct val="150000"/>
              </a:lnSpc>
              <a:spcBef>
                <a:spcPts val="601"/>
              </a:spcBef>
              <a:spcAft>
                <a:spcPts val="201"/>
              </a:spcAft>
              <a:buClr>
                <a:srgbClr val="1A2530"/>
              </a:buClr>
              <a:buFont typeface="Wingdings" charset="2"/>
              <a:buChar char=""/>
            </a:pPr>
            <a:r>
              <a:rPr lang="en-IN" sz="1800" b="1" u="none" strike="noStrike">
                <a:solidFill>
                  <a:srgbClr val="1A2530"/>
                </a:solidFill>
                <a:effectLst/>
                <a:uFillTx/>
                <a:latin typeface="Times New Roman"/>
              </a:rPr>
              <a:t>2D Multiplanar Reconstruction: </a:t>
            </a:r>
            <a:r>
              <a:rPr lang="en-IN" sz="1800" b="0" u="none" strike="noStrike">
                <a:solidFill>
                  <a:srgbClr val="1A2530"/>
                </a:solidFill>
                <a:effectLst/>
                <a:uFillTx/>
                <a:latin typeface="Times New Roman"/>
              </a:rPr>
              <a:t>Integrates interactive MPR overlays, letting users slice across axial, sagittal, and coronal orthogonal views.</a:t>
            </a:r>
            <a:endParaRPr lang="en-IN" sz="1800" b="0" u="none" strike="noStrike">
              <a:solidFill>
                <a:srgbClr val="000000"/>
              </a:solidFill>
              <a:effectLst/>
              <a:uFillTx/>
              <a:latin typeface="Arial"/>
            </a:endParaRPr>
          </a:p>
          <a:p>
            <a:pPr marL="343080" indent="-343080">
              <a:lnSpc>
                <a:spcPct val="150000"/>
              </a:lnSpc>
              <a:spcBef>
                <a:spcPts val="601"/>
              </a:spcBef>
              <a:spcAft>
                <a:spcPts val="201"/>
              </a:spcAft>
              <a:buClr>
                <a:srgbClr val="1A2530"/>
              </a:buClr>
              <a:buFont typeface="Wingdings" charset="2"/>
              <a:buChar char=""/>
            </a:pPr>
            <a:r>
              <a:rPr lang="en-IN" sz="1800" b="1" u="none" strike="noStrike">
                <a:solidFill>
                  <a:srgbClr val="1A2530"/>
                </a:solidFill>
                <a:effectLst/>
                <a:uFillTx/>
                <a:latin typeface="Times New Roman"/>
              </a:rPr>
              <a:t>Plotly 3D Meshes: </a:t>
            </a:r>
            <a:r>
              <a:rPr lang="en-IN" sz="1800" b="0" u="none" strike="noStrike">
                <a:solidFill>
                  <a:srgbClr val="1A2530"/>
                </a:solidFill>
                <a:effectLst/>
                <a:uFillTx/>
                <a:latin typeface="Times New Roman"/>
              </a:rPr>
              <a:t>Generates interactive 3D surface meshes of the segmented tumour regions for rotational structural examination</a:t>
            </a:r>
            <a:r>
              <a:rPr lang="en-IN" sz="1800" b="0" u="none" strike="noStrike">
                <a:solidFill>
                  <a:srgbClr val="1A2530"/>
                </a:solidFill>
                <a:effectLst/>
                <a:uFillTx/>
                <a:latin typeface="Arial"/>
              </a:rPr>
              <a:t>.</a:t>
            </a:r>
            <a:endParaRPr lang="en-IN"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9" name="PlaceHolder 1"/>
          <p:cNvSpPr>
            <a:spLocks noGrp="1"/>
          </p:cNvSpPr>
          <p:nvPr>
            <p:ph type="title"/>
          </p:nvPr>
        </p:nvSpPr>
        <p:spPr>
          <a:xfrm>
            <a:off x="1555200" y="188280"/>
            <a:ext cx="9358560" cy="700560"/>
          </a:xfrm>
          <a:prstGeom prst="rect">
            <a:avLst/>
          </a:prstGeom>
          <a:noFill/>
          <a:ln w="28440">
            <a:solidFill>
              <a:srgbClr val="2D528F"/>
            </a:solidFill>
            <a:round/>
          </a:ln>
        </p:spPr>
        <p:txBody>
          <a:bodyPr lIns="0" tIns="144720" rIns="0" bIns="0" anchor="t">
            <a:spAutoFit/>
          </a:bodyPr>
          <a:p>
            <a:pPr indent="0" algn="ctr">
              <a:lnSpc>
                <a:spcPct val="100000"/>
              </a:lnSpc>
              <a:spcBef>
                <a:spcPts val="1140"/>
              </a:spcBef>
              <a:buNone/>
              <a:tabLst>
                <a:tab pos="0" algn="l"/>
              </a:tabLst>
            </a:pPr>
            <a:r>
              <a:rPr lang="en-IN" sz="3600" b="1" u="none" spc="224" strike="noStrike">
                <a:solidFill>
                  <a:srgbClr val="C00000"/>
                </a:solidFill>
                <a:effectLst/>
                <a:uFillTx/>
                <a:latin typeface="Times New Roman"/>
              </a:rPr>
              <a:t>MILESTONES ACHIEVED</a:t>
            </a:r>
            <a:endParaRPr lang="en-IN" sz="3600" b="0" u="none" strike="noStrike">
              <a:solidFill>
                <a:srgbClr val="000000"/>
              </a:solidFill>
              <a:effectLst/>
              <a:uFillTx/>
              <a:latin typeface="Calibri"/>
            </a:endParaRPr>
          </a:p>
        </p:txBody>
      </p:sp>
      <p:grpSp>
        <p:nvGrpSpPr>
          <p:cNvPr id="200" name="object 3"/>
          <p:cNvGrpSpPr/>
          <p:nvPr/>
        </p:nvGrpSpPr>
        <p:grpSpPr>
          <a:xfrm>
            <a:off x="121320" y="90720"/>
            <a:ext cx="11941560" cy="6677640"/>
            <a:chOff x="121320" y="90720"/>
            <a:chExt cx="11941560" cy="6677640"/>
          </a:xfrm>
        </p:grpSpPr>
        <p:sp>
          <p:nvSpPr>
            <p:cNvPr id="201" name="object 4"/>
            <p:cNvSpPr/>
            <p:nvPr/>
          </p:nvSpPr>
          <p:spPr>
            <a:xfrm>
              <a:off x="121320" y="90720"/>
              <a:ext cx="11941560" cy="6677640"/>
            </a:xfrm>
            <a:custGeom>
              <a:avLst/>
              <a:gdLst>
                <a:gd name="textAreaLeft" fmla="*/ 0 w 11941560"/>
                <a:gd name="textAreaRight" fmla="*/ 11942280 w 11941560"/>
                <a:gd name="textAreaTop" fmla="*/ 0 h 6677640"/>
                <a:gd name="textAreaBottom" fmla="*/ 6678360 h 6677640"/>
              </a:gdLst>
              <a:ahLst/>
              <a:cxnLst/>
              <a:rect l="textAreaLeft" t="textAreaTop" r="textAreaRight" b="textAreaBottom"/>
              <a:pathLst>
                <a:path w="11942445" h="6678295">
                  <a:moveTo>
                    <a:pt x="0" y="6678168"/>
                  </a:moveTo>
                  <a:lnTo>
                    <a:pt x="11942064" y="6678168"/>
                  </a:lnTo>
                  <a:lnTo>
                    <a:pt x="11942064" y="0"/>
                  </a:lnTo>
                  <a:lnTo>
                    <a:pt x="0" y="0"/>
                  </a:lnTo>
                  <a:lnTo>
                    <a:pt x="0" y="6678168"/>
                  </a:lnTo>
                  <a:close/>
                </a:path>
              </a:pathLst>
            </a:custGeom>
            <a:noFill/>
            <a:ln w="28575">
              <a:solidFill>
                <a:srgbClr val="2D528F"/>
              </a:solidFill>
              <a:round/>
            </a:ln>
          </p:spPr>
          <p:style>
            <a:lnRef idx="0"/>
            <a:fillRef idx="0"/>
            <a:effectRef idx="0"/>
            <a:fontRef idx="minor"/>
          </p:style>
          <p:txBody>
            <a:bodyPr lIns="0" tIns="0" rIns="0" bIns="0" anchor="t">
              <a:noAutofit/>
            </a:bodyPr>
            <a:p>
              <a:endParaRPr lang="en-IN" sz="1800" b="0" u="none" strike="noStrike">
                <a:solidFill>
                  <a:srgbClr val="000000"/>
                </a:solidFill>
                <a:effectLst/>
                <a:uFillTx/>
                <a:latin typeface="Arial"/>
              </a:endParaRPr>
            </a:p>
          </p:txBody>
        </p:sp>
        <p:pic>
          <p:nvPicPr>
            <p:cNvPr id="202" name="object 5"/>
            <p:cNvPicPr/>
            <p:nvPr/>
          </p:nvPicPr>
          <p:blipFill>
            <a:blip r:embed="rId1"/>
            <a:stretch/>
          </p:blipFill>
          <p:spPr>
            <a:xfrm>
              <a:off x="405360" y="187560"/>
              <a:ext cx="872640" cy="1000440"/>
            </a:xfrm>
            <a:prstGeom prst="rect">
              <a:avLst/>
            </a:prstGeom>
            <a:noFill/>
            <a:ln w="0">
              <a:noFill/>
            </a:ln>
          </p:spPr>
        </p:pic>
      </p:grpSp>
      <p:sp>
        <p:nvSpPr>
          <p:cNvPr id="203" name="object 7"/>
          <p:cNvSpPr/>
          <p:nvPr/>
        </p:nvSpPr>
        <p:spPr>
          <a:xfrm>
            <a:off x="11629800" y="6396120"/>
            <a:ext cx="433080" cy="277560"/>
          </a:xfrm>
          <a:prstGeom prst="rect">
            <a:avLst/>
          </a:prstGeom>
          <a:noFill/>
          <a:ln w="0">
            <a:noFill/>
          </a:ln>
        </p:spPr>
        <p:style>
          <a:lnRef idx="0"/>
          <a:fillRef idx="0"/>
          <a:effectRef idx="0"/>
          <a:fontRef idx="minor"/>
        </p:style>
        <p:txBody>
          <a:bodyPr lIns="0" tIns="1440" rIns="0" bIns="0" anchor="t">
            <a:spAutoFit/>
          </a:bodyPr>
          <a:p>
            <a:pPr marL="12600">
              <a:lnSpc>
                <a:spcPct val="100000"/>
              </a:lnSpc>
              <a:spcBef>
                <a:spcPts val="11"/>
              </a:spcBef>
            </a:pPr>
            <a:r>
              <a:rPr lang="en-US" sz="1800" b="1" u="none" spc="-51" strike="noStrike">
                <a:solidFill>
                  <a:srgbClr val="2D5395"/>
                </a:solidFill>
                <a:effectLst/>
                <a:uFillTx/>
                <a:latin typeface="Cambria"/>
              </a:rPr>
              <a:t>24</a:t>
            </a:r>
            <a:endParaRPr lang="en-IN" sz="1800" b="0" u="none" strike="noStrike">
              <a:solidFill>
                <a:srgbClr val="000000"/>
              </a:solidFill>
              <a:effectLst/>
              <a:uFillTx/>
              <a:latin typeface="Arial"/>
            </a:endParaRPr>
          </a:p>
        </p:txBody>
      </p:sp>
      <p:sp>
        <p:nvSpPr>
          <p:cNvPr id="204" name="Rounded Rectangle 5"/>
          <p:cNvSpPr/>
          <p:nvPr/>
        </p:nvSpPr>
        <p:spPr>
          <a:xfrm>
            <a:off x="731520" y="1645920"/>
            <a:ext cx="2468160" cy="4114080"/>
          </a:xfrm>
          <a:prstGeom prst="roundRect">
            <a:avLst>
              <a:gd name="adj" fmla="val 16667"/>
            </a:avLst>
          </a:prstGeom>
          <a:solidFill>
            <a:srgbClr val="FFFFFF"/>
          </a:solidFill>
          <a:ln w="25400">
            <a:solidFill>
              <a:srgbClr val="00B05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1440" rIns="90000" bIns="91440" anchor="ctr">
            <a:noAutofit/>
          </a:bodyPr>
          <a:p>
            <a:pPr algn="ctr">
              <a:lnSpc>
                <a:spcPct val="100000"/>
              </a:lnSpc>
              <a:spcAft>
                <a:spcPts val="201"/>
              </a:spcAft>
            </a:pPr>
            <a:r>
              <a:rPr lang="en-IN" sz="1600" b="1" u="none" strike="noStrike">
                <a:solidFill>
                  <a:srgbClr val="E65C00"/>
                </a:solidFill>
                <a:effectLst/>
                <a:uFillTx/>
                <a:latin typeface="Times New Roman"/>
              </a:rPr>
              <a:t>Milestone 1</a:t>
            </a:r>
            <a:endParaRPr lang="en-IN" sz="1600" b="0" u="none" strike="noStrike">
              <a:solidFill>
                <a:srgbClr val="000000"/>
              </a:solidFill>
              <a:effectLst/>
              <a:uFillTx/>
              <a:latin typeface="Arial"/>
            </a:endParaRPr>
          </a:p>
          <a:p>
            <a:pPr>
              <a:lnSpc>
                <a:spcPct val="100000"/>
              </a:lnSpc>
              <a:spcAft>
                <a:spcPts val="1001"/>
              </a:spcAft>
            </a:pPr>
            <a:r>
              <a:rPr lang="en-IN" sz="2000" b="1" u="none" strike="noStrike">
                <a:solidFill>
                  <a:srgbClr val="008080"/>
                </a:solidFill>
                <a:effectLst/>
                <a:uFillTx/>
                <a:latin typeface="Times New Roman"/>
              </a:rPr>
              <a:t>Dataset &amp; Model</a:t>
            </a:r>
            <a:endParaRPr lang="en-IN" sz="2000" b="0" u="none" strike="noStrike">
              <a:solidFill>
                <a:srgbClr val="000000"/>
              </a:solidFill>
              <a:effectLst/>
              <a:uFillTx/>
              <a:latin typeface="Arial"/>
            </a:endParaRPr>
          </a:p>
          <a:p>
            <a:pPr>
              <a:lnSpc>
                <a:spcPct val="100000"/>
              </a:lnSpc>
            </a:pPr>
            <a:r>
              <a:rPr lang="en-IN" sz="1400" b="0" u="none" strike="noStrike">
                <a:solidFill>
                  <a:srgbClr val="1A2530"/>
                </a:solidFill>
                <a:effectLst/>
                <a:uFillTx/>
                <a:latin typeface="Times New Roman"/>
              </a:rPr>
              <a:t>Find a suitable dataset for training and develop a model using 3D U-Net.</a:t>
            </a:r>
            <a:endParaRPr lang="en-IN" sz="1400" b="0" u="none" strike="noStrike">
              <a:solidFill>
                <a:srgbClr val="000000"/>
              </a:solidFill>
              <a:effectLst/>
              <a:uFillTx/>
              <a:latin typeface="Arial"/>
            </a:endParaRPr>
          </a:p>
        </p:txBody>
      </p:sp>
      <p:sp>
        <p:nvSpPr>
          <p:cNvPr id="205" name="Right Arrow 7"/>
          <p:cNvSpPr/>
          <p:nvPr/>
        </p:nvSpPr>
        <p:spPr>
          <a:xfrm>
            <a:off x="3237120" y="3291840"/>
            <a:ext cx="109080" cy="273600"/>
          </a:xfrm>
          <a:prstGeom prst="rightArrow">
            <a:avLst>
              <a:gd name="adj1" fmla="val 50000"/>
              <a:gd name="adj2" fmla="val 50000"/>
            </a:avLst>
          </a:prstGeom>
          <a:solidFill>
            <a:srgbClr val="EBF6F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4720" tIns="45000" rIns="54720" bIns="45000" anchor="ctr">
            <a:noAutofit/>
          </a:bodyPr>
          <a:p>
            <a:endParaRPr lang="en-IN" sz="1800" b="0" u="none" strike="noStrike">
              <a:solidFill>
                <a:schemeClr val="lt1"/>
              </a:solidFill>
              <a:effectLst/>
              <a:uFillTx/>
              <a:latin typeface="Calibri"/>
            </a:endParaRPr>
          </a:p>
        </p:txBody>
      </p:sp>
      <p:sp>
        <p:nvSpPr>
          <p:cNvPr id="206" name="Right Arrow 9"/>
          <p:cNvSpPr/>
          <p:nvPr/>
        </p:nvSpPr>
        <p:spPr>
          <a:xfrm>
            <a:off x="5888880" y="3291840"/>
            <a:ext cx="109080" cy="273600"/>
          </a:xfrm>
          <a:prstGeom prst="rightArrow">
            <a:avLst>
              <a:gd name="adj1" fmla="val 50000"/>
              <a:gd name="adj2" fmla="val 50000"/>
            </a:avLst>
          </a:prstGeom>
          <a:solidFill>
            <a:srgbClr val="EBF6F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4720" tIns="45000" rIns="54720" bIns="45000" anchor="ctr">
            <a:noAutofit/>
          </a:bodyPr>
          <a:p>
            <a:endParaRPr lang="en-IN" sz="1800" b="0" u="none" strike="noStrike">
              <a:solidFill>
                <a:schemeClr val="lt1"/>
              </a:solidFill>
              <a:effectLst/>
              <a:uFillTx/>
              <a:latin typeface="Calibri"/>
            </a:endParaRPr>
          </a:p>
        </p:txBody>
      </p:sp>
      <p:sp>
        <p:nvSpPr>
          <p:cNvPr id="207" name="Rounded Rectangle 10"/>
          <p:cNvSpPr/>
          <p:nvPr/>
        </p:nvSpPr>
        <p:spPr>
          <a:xfrm>
            <a:off x="6035040" y="1645920"/>
            <a:ext cx="2468160" cy="4114080"/>
          </a:xfrm>
          <a:prstGeom prst="roundRect">
            <a:avLst>
              <a:gd name="adj" fmla="val 16667"/>
            </a:avLst>
          </a:prstGeom>
          <a:solidFill>
            <a:srgbClr val="FFFFFF"/>
          </a:solidFill>
          <a:ln w="12700">
            <a:solidFill>
              <a:srgbClr val="00B05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1440" rIns="90000" bIns="91440" anchor="ctr">
            <a:noAutofit/>
          </a:bodyPr>
          <a:p>
            <a:pPr algn="ctr">
              <a:lnSpc>
                <a:spcPct val="100000"/>
              </a:lnSpc>
              <a:spcAft>
                <a:spcPts val="201"/>
              </a:spcAft>
            </a:pPr>
            <a:r>
              <a:rPr lang="en-IN" sz="1600" b="1" u="none" strike="noStrike">
                <a:solidFill>
                  <a:srgbClr val="E65C00"/>
                </a:solidFill>
                <a:effectLst/>
                <a:uFillTx/>
                <a:latin typeface="Times New Roman"/>
              </a:rPr>
              <a:t>Milestone 3</a:t>
            </a:r>
            <a:endParaRPr lang="en-IN" sz="1600" b="0" u="none" strike="noStrike">
              <a:solidFill>
                <a:srgbClr val="000000"/>
              </a:solidFill>
              <a:effectLst/>
              <a:uFillTx/>
              <a:latin typeface="Arial"/>
            </a:endParaRPr>
          </a:p>
          <a:p>
            <a:pPr>
              <a:lnSpc>
                <a:spcPct val="100000"/>
              </a:lnSpc>
              <a:spcAft>
                <a:spcPts val="1001"/>
              </a:spcAft>
            </a:pPr>
            <a:r>
              <a:rPr lang="en-US" sz="2000" b="1" u="none" strike="noStrike">
                <a:solidFill>
                  <a:srgbClr val="008080"/>
                </a:solidFill>
                <a:effectLst/>
                <a:uFillTx/>
                <a:latin typeface="Times New Roman"/>
              </a:rPr>
              <a:t>File support for DICOM and </a:t>
            </a:r>
            <a:r>
              <a:rPr lang="en-IN" sz="2000" b="1" u="none" strike="noStrike">
                <a:solidFill>
                  <a:srgbClr val="008080"/>
                </a:solidFill>
                <a:effectLst/>
                <a:uFillTx/>
                <a:latin typeface="Times New Roman"/>
              </a:rPr>
              <a:t>NIfTI</a:t>
            </a:r>
            <a:r>
              <a:rPr lang="en-IN" sz="2000" b="1" u="none" strike="noStrike">
                <a:solidFill>
                  <a:schemeClr val="lt1"/>
                </a:solidFill>
                <a:effectLst/>
                <a:uFillTx/>
                <a:latin typeface="Calibri"/>
              </a:rPr>
              <a:t> </a:t>
            </a:r>
            <a:endParaRPr lang="en-IN" sz="2000" b="0" u="none" strike="noStrike">
              <a:solidFill>
                <a:srgbClr val="000000"/>
              </a:solidFill>
              <a:effectLst/>
              <a:uFillTx/>
              <a:latin typeface="Arial"/>
            </a:endParaRPr>
          </a:p>
          <a:p>
            <a:pPr>
              <a:lnSpc>
                <a:spcPct val="100000"/>
              </a:lnSpc>
            </a:pPr>
            <a:r>
              <a:rPr lang="en-US" sz="1400" b="0" u="none" strike="noStrike">
                <a:solidFill>
                  <a:srgbClr val="1A2530"/>
                </a:solidFill>
                <a:effectLst/>
                <a:uFillTx/>
                <a:latin typeface="Times New Roman"/>
              </a:rPr>
              <a:t>Both DICOM and NIfTI files can be uploaded for analysis</a:t>
            </a:r>
            <a:endParaRPr lang="en-IN" sz="1400" b="0" u="none" strike="noStrike">
              <a:solidFill>
                <a:srgbClr val="000000"/>
              </a:solidFill>
              <a:effectLst/>
              <a:uFillTx/>
              <a:latin typeface="Arial"/>
            </a:endParaRPr>
          </a:p>
        </p:txBody>
      </p:sp>
      <p:sp>
        <p:nvSpPr>
          <p:cNvPr id="208" name="Right Arrow 11"/>
          <p:cNvSpPr/>
          <p:nvPr/>
        </p:nvSpPr>
        <p:spPr>
          <a:xfrm>
            <a:off x="8540640" y="3291840"/>
            <a:ext cx="109080" cy="273600"/>
          </a:xfrm>
          <a:prstGeom prst="rightArrow">
            <a:avLst>
              <a:gd name="adj1" fmla="val 50000"/>
              <a:gd name="adj2" fmla="val 50000"/>
            </a:avLst>
          </a:prstGeom>
          <a:solidFill>
            <a:srgbClr val="EBF6F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4720" tIns="45000" rIns="54720" bIns="45000" anchor="ctr">
            <a:noAutofit/>
          </a:bodyPr>
          <a:p>
            <a:endParaRPr lang="en-IN" sz="1800" b="0" u="none" strike="noStrike">
              <a:solidFill>
                <a:schemeClr val="lt1"/>
              </a:solidFill>
              <a:effectLst/>
              <a:uFillTx/>
              <a:latin typeface="Calibri"/>
            </a:endParaRPr>
          </a:p>
        </p:txBody>
      </p:sp>
      <p:sp>
        <p:nvSpPr>
          <p:cNvPr id="209" name="Rounded Rectangle 12"/>
          <p:cNvSpPr/>
          <p:nvPr/>
        </p:nvSpPr>
        <p:spPr>
          <a:xfrm>
            <a:off x="8686800" y="1645920"/>
            <a:ext cx="2468160" cy="4114080"/>
          </a:xfrm>
          <a:prstGeom prst="roundRect">
            <a:avLst>
              <a:gd name="adj" fmla="val 16667"/>
            </a:avLst>
          </a:prstGeom>
          <a:solidFill>
            <a:srgbClr val="FFFFFF"/>
          </a:solidFill>
          <a:ln w="12700">
            <a:solidFill>
              <a:srgbClr val="00B05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1440" rIns="90000" bIns="91440" anchor="ctr">
            <a:noAutofit/>
          </a:bodyPr>
          <a:p>
            <a:pPr algn="ctr">
              <a:lnSpc>
                <a:spcPct val="100000"/>
              </a:lnSpc>
              <a:spcAft>
                <a:spcPts val="201"/>
              </a:spcAft>
            </a:pPr>
            <a:r>
              <a:rPr lang="en-IN" sz="1600" b="1" u="none" strike="noStrike">
                <a:solidFill>
                  <a:srgbClr val="E65C00"/>
                </a:solidFill>
                <a:effectLst/>
                <a:uFillTx/>
                <a:latin typeface="Times New Roman"/>
              </a:rPr>
              <a:t>Milestone 4</a:t>
            </a:r>
            <a:endParaRPr lang="en-IN" sz="1600" b="0" u="none" strike="noStrike">
              <a:solidFill>
                <a:srgbClr val="000000"/>
              </a:solidFill>
              <a:effectLst/>
              <a:uFillTx/>
              <a:latin typeface="Arial"/>
            </a:endParaRPr>
          </a:p>
          <a:p>
            <a:pPr>
              <a:lnSpc>
                <a:spcPct val="100000"/>
              </a:lnSpc>
              <a:spcAft>
                <a:spcPts val="1001"/>
              </a:spcAft>
            </a:pPr>
            <a:r>
              <a:rPr lang="en-IN" sz="2000" b="1" u="none" strike="noStrike">
                <a:solidFill>
                  <a:srgbClr val="008080"/>
                </a:solidFill>
                <a:effectLst/>
                <a:uFillTx/>
                <a:latin typeface="Times New Roman"/>
              </a:rPr>
              <a:t>Clinical Paper</a:t>
            </a:r>
            <a:endParaRPr lang="en-IN" sz="2000" b="0" u="none" strike="noStrike">
              <a:solidFill>
                <a:srgbClr val="000000"/>
              </a:solidFill>
              <a:effectLst/>
              <a:uFillTx/>
              <a:latin typeface="Arial"/>
            </a:endParaRPr>
          </a:p>
          <a:p>
            <a:pPr>
              <a:lnSpc>
                <a:spcPct val="100000"/>
              </a:lnSpc>
            </a:pPr>
            <a:r>
              <a:rPr lang="en-IN" sz="1400" b="0" u="none" strike="noStrike">
                <a:solidFill>
                  <a:srgbClr val="1A2530"/>
                </a:solidFill>
                <a:effectLst/>
                <a:uFillTx/>
                <a:latin typeface="Times New Roman"/>
              </a:rPr>
              <a:t>Compile a paper detailing the end-to-end 3D validation workflow and submit for peer-review in clinical AI journals and conferences.</a:t>
            </a:r>
            <a:endParaRPr lang="en-IN" sz="1400" b="0" u="none" strike="noStrike">
              <a:solidFill>
                <a:srgbClr val="000000"/>
              </a:solidFill>
              <a:effectLst/>
              <a:uFillTx/>
              <a:latin typeface="Arial"/>
            </a:endParaRPr>
          </a:p>
        </p:txBody>
      </p:sp>
      <p:sp>
        <p:nvSpPr>
          <p:cNvPr id="210" name="Rounded Rectangle 13"/>
          <p:cNvSpPr/>
          <p:nvPr/>
        </p:nvSpPr>
        <p:spPr>
          <a:xfrm>
            <a:off x="3383280" y="1645920"/>
            <a:ext cx="2468160" cy="4114080"/>
          </a:xfrm>
          <a:prstGeom prst="roundRect">
            <a:avLst>
              <a:gd name="adj" fmla="val 16667"/>
            </a:avLst>
          </a:prstGeom>
          <a:solidFill>
            <a:srgbClr val="FFFFFF"/>
          </a:solidFill>
          <a:ln w="25400">
            <a:solidFill>
              <a:srgbClr val="00B05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1440" rIns="90000" bIns="91440" anchor="ctr">
            <a:noAutofit/>
          </a:bodyPr>
          <a:p>
            <a:pPr algn="ctr">
              <a:lnSpc>
                <a:spcPct val="100000"/>
              </a:lnSpc>
              <a:spcAft>
                <a:spcPts val="201"/>
              </a:spcAft>
            </a:pPr>
            <a:r>
              <a:rPr lang="en-IN" sz="1600" b="1" u="none" strike="noStrike">
                <a:solidFill>
                  <a:srgbClr val="E65C00"/>
                </a:solidFill>
                <a:effectLst/>
                <a:uFillTx/>
                <a:latin typeface="Times New Roman"/>
              </a:rPr>
              <a:t>Milestone 2</a:t>
            </a:r>
            <a:endParaRPr lang="en-IN" sz="1600" b="0" u="none" strike="noStrike">
              <a:solidFill>
                <a:srgbClr val="000000"/>
              </a:solidFill>
              <a:effectLst/>
              <a:uFillTx/>
              <a:latin typeface="Arial"/>
            </a:endParaRPr>
          </a:p>
          <a:p>
            <a:pPr>
              <a:lnSpc>
                <a:spcPct val="100000"/>
              </a:lnSpc>
              <a:spcAft>
                <a:spcPts val="1001"/>
              </a:spcAft>
            </a:pPr>
            <a:r>
              <a:rPr lang="en-IN" sz="2000" b="1" u="none" strike="noStrike">
                <a:solidFill>
                  <a:srgbClr val="008080"/>
                </a:solidFill>
                <a:effectLst/>
                <a:uFillTx/>
                <a:latin typeface="Times New Roman"/>
              </a:rPr>
              <a:t>Tumour Detection and Volumetric Analysis</a:t>
            </a:r>
            <a:endParaRPr lang="en-IN" sz="2000" b="0" u="none" strike="noStrike">
              <a:solidFill>
                <a:srgbClr val="000000"/>
              </a:solidFill>
              <a:effectLst/>
              <a:uFillTx/>
              <a:latin typeface="Arial"/>
            </a:endParaRPr>
          </a:p>
          <a:p>
            <a:pPr>
              <a:lnSpc>
                <a:spcPct val="100000"/>
              </a:lnSpc>
            </a:pPr>
            <a:r>
              <a:rPr lang="en-IN" sz="1400" b="0" u="none" strike="noStrike">
                <a:solidFill>
                  <a:srgbClr val="1A2530"/>
                </a:solidFill>
                <a:effectLst/>
                <a:uFillTx/>
                <a:latin typeface="Times New Roman"/>
              </a:rPr>
              <a:t>Detect the tumour in the scans and calculate the physical measurements</a:t>
            </a:r>
            <a:endParaRPr lang="en-IN" sz="1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1" name="PlaceHolder 1"/>
          <p:cNvSpPr>
            <a:spLocks noGrp="1"/>
          </p:cNvSpPr>
          <p:nvPr>
            <p:ph type="title"/>
          </p:nvPr>
        </p:nvSpPr>
        <p:spPr>
          <a:xfrm>
            <a:off x="1555200" y="188280"/>
            <a:ext cx="9358560" cy="700560"/>
          </a:xfrm>
          <a:prstGeom prst="rect">
            <a:avLst/>
          </a:prstGeom>
          <a:noFill/>
          <a:ln w="28440">
            <a:solidFill>
              <a:srgbClr val="2D528F"/>
            </a:solidFill>
            <a:round/>
          </a:ln>
        </p:spPr>
        <p:txBody>
          <a:bodyPr lIns="0" tIns="144720" rIns="0" bIns="0" anchor="t">
            <a:spAutoFit/>
          </a:bodyPr>
          <a:p>
            <a:pPr indent="0" algn="ctr">
              <a:lnSpc>
                <a:spcPct val="100000"/>
              </a:lnSpc>
              <a:spcBef>
                <a:spcPts val="1140"/>
              </a:spcBef>
              <a:buNone/>
              <a:tabLst>
                <a:tab pos="0" algn="l"/>
              </a:tabLst>
            </a:pPr>
            <a:r>
              <a:rPr lang="en-IN" sz="3600" b="1" u="none" spc="224" strike="noStrike">
                <a:solidFill>
                  <a:srgbClr val="C00000"/>
                </a:solidFill>
                <a:effectLst/>
                <a:uFillTx/>
                <a:latin typeface="Times New Roman"/>
              </a:rPr>
              <a:t>TO DO</a:t>
            </a:r>
            <a:endParaRPr lang="en-IN" sz="3600" b="0" u="none" strike="noStrike">
              <a:solidFill>
                <a:srgbClr val="000000"/>
              </a:solidFill>
              <a:effectLst/>
              <a:uFillTx/>
              <a:latin typeface="Calibri"/>
            </a:endParaRPr>
          </a:p>
        </p:txBody>
      </p:sp>
      <p:grpSp>
        <p:nvGrpSpPr>
          <p:cNvPr id="212" name="object 3"/>
          <p:cNvGrpSpPr/>
          <p:nvPr/>
        </p:nvGrpSpPr>
        <p:grpSpPr>
          <a:xfrm>
            <a:off x="124920" y="90000"/>
            <a:ext cx="11941560" cy="6677640"/>
            <a:chOff x="124920" y="90000"/>
            <a:chExt cx="11941560" cy="6677640"/>
          </a:xfrm>
        </p:grpSpPr>
        <p:sp>
          <p:nvSpPr>
            <p:cNvPr id="213" name="object 4"/>
            <p:cNvSpPr/>
            <p:nvPr/>
          </p:nvSpPr>
          <p:spPr>
            <a:xfrm>
              <a:off x="124920" y="90000"/>
              <a:ext cx="11941560" cy="6677640"/>
            </a:xfrm>
            <a:custGeom>
              <a:avLst/>
              <a:gdLst>
                <a:gd name="textAreaLeft" fmla="*/ 0 w 11941560"/>
                <a:gd name="textAreaRight" fmla="*/ 11942280 w 11941560"/>
                <a:gd name="textAreaTop" fmla="*/ 0 h 6677640"/>
                <a:gd name="textAreaBottom" fmla="*/ 6678360 h 6677640"/>
              </a:gdLst>
              <a:ahLst/>
              <a:cxnLst/>
              <a:rect l="textAreaLeft" t="textAreaTop" r="textAreaRight" b="textAreaBottom"/>
              <a:pathLst>
                <a:path w="11942445" h="6678295">
                  <a:moveTo>
                    <a:pt x="0" y="6678168"/>
                  </a:moveTo>
                  <a:lnTo>
                    <a:pt x="11942064" y="6678168"/>
                  </a:lnTo>
                  <a:lnTo>
                    <a:pt x="11942064" y="0"/>
                  </a:lnTo>
                  <a:lnTo>
                    <a:pt x="0" y="0"/>
                  </a:lnTo>
                  <a:lnTo>
                    <a:pt x="0" y="6678168"/>
                  </a:lnTo>
                  <a:close/>
                </a:path>
              </a:pathLst>
            </a:custGeom>
            <a:noFill/>
            <a:ln w="28575">
              <a:solidFill>
                <a:srgbClr val="2D528F"/>
              </a:solidFill>
              <a:round/>
            </a:ln>
          </p:spPr>
          <p:style>
            <a:lnRef idx="0"/>
            <a:fillRef idx="0"/>
            <a:effectRef idx="0"/>
            <a:fontRef idx="minor"/>
          </p:style>
          <p:txBody>
            <a:bodyPr lIns="0" tIns="0" rIns="0" bIns="0" anchor="t">
              <a:noAutofit/>
            </a:bodyPr>
            <a:p>
              <a:endParaRPr lang="en-IN" sz="1800" b="0" u="none" strike="noStrike">
                <a:solidFill>
                  <a:srgbClr val="000000"/>
                </a:solidFill>
                <a:effectLst/>
                <a:uFillTx/>
                <a:latin typeface="Arial"/>
              </a:endParaRPr>
            </a:p>
          </p:txBody>
        </p:sp>
        <p:pic>
          <p:nvPicPr>
            <p:cNvPr id="214" name="object 5"/>
            <p:cNvPicPr/>
            <p:nvPr/>
          </p:nvPicPr>
          <p:blipFill>
            <a:blip r:embed="rId1"/>
            <a:stretch/>
          </p:blipFill>
          <p:spPr>
            <a:xfrm>
              <a:off x="408960" y="186480"/>
              <a:ext cx="872640" cy="1000440"/>
            </a:xfrm>
            <a:prstGeom prst="rect">
              <a:avLst/>
            </a:prstGeom>
            <a:noFill/>
            <a:ln w="0">
              <a:noFill/>
            </a:ln>
          </p:spPr>
        </p:pic>
      </p:grpSp>
      <p:sp>
        <p:nvSpPr>
          <p:cNvPr id="215" name="object 7"/>
          <p:cNvSpPr/>
          <p:nvPr/>
        </p:nvSpPr>
        <p:spPr>
          <a:xfrm>
            <a:off x="11629800" y="6396120"/>
            <a:ext cx="433080" cy="277560"/>
          </a:xfrm>
          <a:prstGeom prst="rect">
            <a:avLst/>
          </a:prstGeom>
          <a:noFill/>
          <a:ln w="0">
            <a:noFill/>
          </a:ln>
        </p:spPr>
        <p:style>
          <a:lnRef idx="0"/>
          <a:fillRef idx="0"/>
          <a:effectRef idx="0"/>
          <a:fontRef idx="minor"/>
        </p:style>
        <p:txBody>
          <a:bodyPr lIns="0" tIns="1440" rIns="0" bIns="0" anchor="t">
            <a:spAutoFit/>
          </a:bodyPr>
          <a:p>
            <a:pPr marL="12600">
              <a:lnSpc>
                <a:spcPct val="100000"/>
              </a:lnSpc>
              <a:spcBef>
                <a:spcPts val="11"/>
              </a:spcBef>
            </a:pPr>
            <a:r>
              <a:rPr lang="en-US" sz="1800" b="1" u="none" spc="-51" strike="noStrike">
                <a:solidFill>
                  <a:srgbClr val="2D5395"/>
                </a:solidFill>
                <a:effectLst/>
                <a:uFillTx/>
                <a:latin typeface="Cambria"/>
              </a:rPr>
              <a:t>25</a:t>
            </a:r>
            <a:endParaRPr lang="en-IN" sz="1800" b="0" u="none" strike="noStrike">
              <a:solidFill>
                <a:srgbClr val="000000"/>
              </a:solidFill>
              <a:effectLst/>
              <a:uFillTx/>
              <a:latin typeface="Arial"/>
            </a:endParaRPr>
          </a:p>
        </p:txBody>
      </p:sp>
      <p:sp>
        <p:nvSpPr>
          <p:cNvPr id="216" name="Rounded Rectangle 10"/>
          <p:cNvSpPr/>
          <p:nvPr/>
        </p:nvSpPr>
        <p:spPr>
          <a:xfrm>
            <a:off x="3352680" y="1645920"/>
            <a:ext cx="2468160" cy="4114080"/>
          </a:xfrm>
          <a:prstGeom prst="roundRect">
            <a:avLst>
              <a:gd name="adj" fmla="val 16667"/>
            </a:avLst>
          </a:prstGeom>
          <a:solidFill>
            <a:srgbClr val="FFFFFF"/>
          </a:solidFill>
          <a:ln w="12700">
            <a:solidFill>
              <a:srgbClr val="00000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1440" rIns="90000" bIns="91440" anchor="ctr">
            <a:noAutofit/>
          </a:bodyPr>
          <a:p>
            <a:pPr algn="ctr">
              <a:lnSpc>
                <a:spcPct val="100000"/>
              </a:lnSpc>
              <a:spcAft>
                <a:spcPts val="201"/>
              </a:spcAft>
            </a:pPr>
            <a:r>
              <a:rPr lang="en-IN" sz="1600" b="1" u="none" strike="noStrike">
                <a:solidFill>
                  <a:srgbClr val="E65C00"/>
                </a:solidFill>
                <a:effectLst/>
                <a:uFillTx/>
                <a:latin typeface="Times New Roman"/>
              </a:rPr>
              <a:t>Milestone </a:t>
            </a:r>
            <a:r>
              <a:rPr lang="en-US" sz="1600" b="1" u="none" strike="noStrike">
                <a:solidFill>
                  <a:srgbClr val="E65C00"/>
                </a:solidFill>
                <a:effectLst/>
                <a:uFillTx/>
                <a:latin typeface="Times New Roman"/>
              </a:rPr>
              <a:t>5</a:t>
            </a:r>
            <a:endParaRPr lang="en-IN" sz="1600" b="0" u="none" strike="noStrike">
              <a:solidFill>
                <a:srgbClr val="000000"/>
              </a:solidFill>
              <a:effectLst/>
              <a:uFillTx/>
              <a:latin typeface="Arial"/>
            </a:endParaRPr>
          </a:p>
          <a:p>
            <a:pPr>
              <a:lnSpc>
                <a:spcPct val="100000"/>
              </a:lnSpc>
              <a:spcAft>
                <a:spcPts val="1001"/>
              </a:spcAft>
            </a:pPr>
            <a:r>
              <a:rPr lang="en-US" sz="2000" b="1" u="none" strike="noStrike">
                <a:solidFill>
                  <a:srgbClr val="008080"/>
                </a:solidFill>
                <a:effectLst/>
                <a:uFillTx/>
                <a:latin typeface="Times New Roman"/>
              </a:rPr>
              <a:t>Implement concerns by experts</a:t>
            </a:r>
            <a:endParaRPr lang="en-IN" sz="2000" b="0" u="none" strike="noStrike">
              <a:solidFill>
                <a:srgbClr val="000000"/>
              </a:solidFill>
              <a:effectLst/>
              <a:uFillTx/>
              <a:latin typeface="Arial"/>
            </a:endParaRPr>
          </a:p>
          <a:p>
            <a:pPr>
              <a:lnSpc>
                <a:spcPct val="100000"/>
              </a:lnSpc>
            </a:pPr>
            <a:r>
              <a:rPr lang="en-US" sz="1400" b="0" u="none" strike="noStrike">
                <a:solidFill>
                  <a:srgbClr val="1A2530"/>
                </a:solidFill>
                <a:effectLst/>
                <a:uFillTx/>
                <a:latin typeface="Times New Roman"/>
              </a:rPr>
              <a:t>Understand and implement modal changes based on expert pain points and concerns </a:t>
            </a:r>
            <a:endParaRPr lang="en-IN" sz="1400" b="0" u="none" strike="noStrike">
              <a:solidFill>
                <a:srgbClr val="000000"/>
              </a:solidFill>
              <a:effectLst/>
              <a:uFillTx/>
              <a:latin typeface="Arial"/>
            </a:endParaRPr>
          </a:p>
        </p:txBody>
      </p:sp>
      <p:sp>
        <p:nvSpPr>
          <p:cNvPr id="217" name="Right Arrow 11"/>
          <p:cNvSpPr/>
          <p:nvPr/>
        </p:nvSpPr>
        <p:spPr>
          <a:xfrm>
            <a:off x="5821560" y="3279600"/>
            <a:ext cx="273600" cy="300960"/>
          </a:xfrm>
          <a:prstGeom prst="rightArrow">
            <a:avLst>
              <a:gd name="adj1" fmla="val 50000"/>
              <a:gd name="adj2" fmla="val 50000"/>
            </a:avLst>
          </a:prstGeom>
          <a:solidFill>
            <a:srgbClr val="EBF6F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IN" sz="1800" b="0" u="none" strike="noStrike">
              <a:solidFill>
                <a:schemeClr val="lt1"/>
              </a:solidFill>
              <a:effectLst/>
              <a:uFillTx/>
              <a:latin typeface="Calibri"/>
            </a:endParaRPr>
          </a:p>
        </p:txBody>
      </p:sp>
      <p:sp>
        <p:nvSpPr>
          <p:cNvPr id="218" name="Rounded Rectangle 12"/>
          <p:cNvSpPr/>
          <p:nvPr/>
        </p:nvSpPr>
        <p:spPr>
          <a:xfrm>
            <a:off x="6095880" y="1633680"/>
            <a:ext cx="2468160" cy="4114080"/>
          </a:xfrm>
          <a:prstGeom prst="roundRect">
            <a:avLst>
              <a:gd name="adj" fmla="val 16667"/>
            </a:avLst>
          </a:prstGeom>
          <a:solidFill>
            <a:srgbClr val="FFFFFF"/>
          </a:solidFill>
          <a:ln w="12700">
            <a:solidFill>
              <a:srgbClr val="00000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1440" rIns="90000" bIns="91440" anchor="ctr">
            <a:noAutofit/>
          </a:bodyPr>
          <a:p>
            <a:pPr algn="ctr">
              <a:lnSpc>
                <a:spcPct val="100000"/>
              </a:lnSpc>
              <a:spcAft>
                <a:spcPts val="201"/>
              </a:spcAft>
            </a:pPr>
            <a:r>
              <a:rPr lang="en-IN" sz="1600" b="1" u="none" strike="noStrike">
                <a:solidFill>
                  <a:srgbClr val="E65C00"/>
                </a:solidFill>
                <a:effectLst/>
                <a:uFillTx/>
                <a:latin typeface="Times New Roman"/>
              </a:rPr>
              <a:t>Milestone </a:t>
            </a:r>
            <a:r>
              <a:rPr lang="en-US" sz="1600" b="1" u="none" strike="noStrike">
                <a:solidFill>
                  <a:srgbClr val="E65C00"/>
                </a:solidFill>
                <a:effectLst/>
                <a:uFillTx/>
                <a:latin typeface="Times New Roman"/>
              </a:rPr>
              <a:t>6</a:t>
            </a:r>
            <a:endParaRPr lang="en-IN" sz="1600" b="0" u="none" strike="noStrike">
              <a:solidFill>
                <a:srgbClr val="000000"/>
              </a:solidFill>
              <a:effectLst/>
              <a:uFillTx/>
              <a:latin typeface="Arial"/>
            </a:endParaRPr>
          </a:p>
          <a:p>
            <a:pPr>
              <a:lnSpc>
                <a:spcPct val="100000"/>
              </a:lnSpc>
              <a:spcAft>
                <a:spcPts val="1001"/>
              </a:spcAft>
            </a:pPr>
            <a:r>
              <a:rPr lang="en-US" sz="2000" b="1" u="none" strike="noStrike">
                <a:solidFill>
                  <a:srgbClr val="008080"/>
                </a:solidFill>
                <a:effectLst/>
                <a:uFillTx/>
                <a:latin typeface="Times New Roman"/>
              </a:rPr>
              <a:t>Polished UI/UX</a:t>
            </a:r>
            <a:endParaRPr lang="en-IN" sz="2000" b="0" u="none" strike="noStrike">
              <a:solidFill>
                <a:srgbClr val="000000"/>
              </a:solidFill>
              <a:effectLst/>
              <a:uFillTx/>
              <a:latin typeface="Arial"/>
            </a:endParaRPr>
          </a:p>
          <a:p>
            <a:pPr>
              <a:lnSpc>
                <a:spcPct val="100000"/>
              </a:lnSpc>
            </a:pPr>
            <a:r>
              <a:rPr lang="en-US" sz="1400" b="0" u="none" strike="noStrike">
                <a:solidFill>
                  <a:srgbClr val="1A2530"/>
                </a:solidFill>
                <a:effectLst/>
                <a:uFillTx/>
                <a:latin typeface="Times New Roman"/>
              </a:rPr>
              <a:t>Develop a simpler and efficient UI/UX to aid radiologists.</a:t>
            </a:r>
            <a:endParaRPr lang="en-IN" sz="1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9" name="PlaceHolder 1"/>
          <p:cNvSpPr>
            <a:spLocks noGrp="1"/>
          </p:cNvSpPr>
          <p:nvPr>
            <p:ph type="title"/>
          </p:nvPr>
        </p:nvSpPr>
        <p:spPr>
          <a:xfrm>
            <a:off x="1555200" y="188280"/>
            <a:ext cx="9358560" cy="700560"/>
          </a:xfrm>
          <a:prstGeom prst="rect">
            <a:avLst/>
          </a:prstGeom>
          <a:noFill/>
          <a:ln w="28440">
            <a:solidFill>
              <a:srgbClr val="2D528F"/>
            </a:solidFill>
            <a:round/>
          </a:ln>
        </p:spPr>
        <p:txBody>
          <a:bodyPr lIns="0" tIns="144720" rIns="0" bIns="0" anchor="t">
            <a:spAutoFit/>
          </a:bodyPr>
          <a:p>
            <a:pPr indent="0" algn="ctr">
              <a:lnSpc>
                <a:spcPct val="100000"/>
              </a:lnSpc>
              <a:spcBef>
                <a:spcPts val="1140"/>
              </a:spcBef>
              <a:buNone/>
              <a:tabLst>
                <a:tab pos="0" algn="l"/>
              </a:tabLst>
            </a:pPr>
            <a:r>
              <a:rPr lang="en-IN" sz="3600" b="1" u="none" spc="224" strike="noStrike">
                <a:solidFill>
                  <a:srgbClr val="C00000"/>
                </a:solidFill>
                <a:effectLst/>
                <a:uFillTx/>
                <a:latin typeface="Times New Roman"/>
              </a:rPr>
              <a:t>EXPECTED OUTCOMES</a:t>
            </a:r>
            <a:endParaRPr lang="en-IN" sz="3600" b="0" u="none" strike="noStrike">
              <a:solidFill>
                <a:srgbClr val="000000"/>
              </a:solidFill>
              <a:effectLst/>
              <a:uFillTx/>
              <a:latin typeface="Calibri"/>
            </a:endParaRPr>
          </a:p>
        </p:txBody>
      </p:sp>
      <p:grpSp>
        <p:nvGrpSpPr>
          <p:cNvPr id="220" name="object 3"/>
          <p:cNvGrpSpPr/>
          <p:nvPr/>
        </p:nvGrpSpPr>
        <p:grpSpPr>
          <a:xfrm>
            <a:off x="121320" y="90720"/>
            <a:ext cx="11941560" cy="6677640"/>
            <a:chOff x="121320" y="90720"/>
            <a:chExt cx="11941560" cy="6677640"/>
          </a:xfrm>
        </p:grpSpPr>
        <p:sp>
          <p:nvSpPr>
            <p:cNvPr id="221" name="object 4"/>
            <p:cNvSpPr/>
            <p:nvPr/>
          </p:nvSpPr>
          <p:spPr>
            <a:xfrm>
              <a:off x="121320" y="90720"/>
              <a:ext cx="11941560" cy="6677640"/>
            </a:xfrm>
            <a:custGeom>
              <a:avLst/>
              <a:gdLst>
                <a:gd name="textAreaLeft" fmla="*/ 0 w 11941560"/>
                <a:gd name="textAreaRight" fmla="*/ 11942280 w 11941560"/>
                <a:gd name="textAreaTop" fmla="*/ 0 h 6677640"/>
                <a:gd name="textAreaBottom" fmla="*/ 6678360 h 6677640"/>
              </a:gdLst>
              <a:ahLst/>
              <a:cxnLst/>
              <a:rect l="textAreaLeft" t="textAreaTop" r="textAreaRight" b="textAreaBottom"/>
              <a:pathLst>
                <a:path w="11942445" h="6678295">
                  <a:moveTo>
                    <a:pt x="0" y="6678168"/>
                  </a:moveTo>
                  <a:lnTo>
                    <a:pt x="11942064" y="6678168"/>
                  </a:lnTo>
                  <a:lnTo>
                    <a:pt x="11942064" y="0"/>
                  </a:lnTo>
                  <a:lnTo>
                    <a:pt x="0" y="0"/>
                  </a:lnTo>
                  <a:lnTo>
                    <a:pt x="0" y="6678168"/>
                  </a:lnTo>
                  <a:close/>
                </a:path>
              </a:pathLst>
            </a:custGeom>
            <a:noFill/>
            <a:ln w="28575">
              <a:solidFill>
                <a:srgbClr val="2D528F"/>
              </a:solidFill>
              <a:round/>
            </a:ln>
          </p:spPr>
          <p:style>
            <a:lnRef idx="0"/>
            <a:fillRef idx="0"/>
            <a:effectRef idx="0"/>
            <a:fontRef idx="minor"/>
          </p:style>
          <p:txBody>
            <a:bodyPr lIns="0" tIns="0" rIns="0" bIns="0" anchor="t">
              <a:noAutofit/>
            </a:bodyPr>
            <a:p>
              <a:endParaRPr lang="en-IN" sz="1800" b="0" u="none" strike="noStrike">
                <a:solidFill>
                  <a:srgbClr val="000000"/>
                </a:solidFill>
                <a:effectLst/>
                <a:uFillTx/>
                <a:latin typeface="Arial"/>
              </a:endParaRPr>
            </a:p>
          </p:txBody>
        </p:sp>
        <p:pic>
          <p:nvPicPr>
            <p:cNvPr id="222" name="object 5"/>
            <p:cNvPicPr/>
            <p:nvPr/>
          </p:nvPicPr>
          <p:blipFill>
            <a:blip r:embed="rId1"/>
            <a:stretch/>
          </p:blipFill>
          <p:spPr>
            <a:xfrm>
              <a:off x="405360" y="187560"/>
              <a:ext cx="872640" cy="1000440"/>
            </a:xfrm>
            <a:prstGeom prst="rect">
              <a:avLst/>
            </a:prstGeom>
            <a:noFill/>
            <a:ln w="0">
              <a:noFill/>
            </a:ln>
          </p:spPr>
        </p:pic>
      </p:grpSp>
      <p:sp>
        <p:nvSpPr>
          <p:cNvPr id="223" name="object 7"/>
          <p:cNvSpPr/>
          <p:nvPr/>
        </p:nvSpPr>
        <p:spPr>
          <a:xfrm>
            <a:off x="11629800" y="6396120"/>
            <a:ext cx="433080" cy="277560"/>
          </a:xfrm>
          <a:prstGeom prst="rect">
            <a:avLst/>
          </a:prstGeom>
          <a:noFill/>
          <a:ln w="0">
            <a:noFill/>
          </a:ln>
        </p:spPr>
        <p:style>
          <a:lnRef idx="0"/>
          <a:fillRef idx="0"/>
          <a:effectRef idx="0"/>
          <a:fontRef idx="minor"/>
        </p:style>
        <p:txBody>
          <a:bodyPr lIns="0" tIns="1440" rIns="0" bIns="0" anchor="t">
            <a:spAutoFit/>
          </a:bodyPr>
          <a:p>
            <a:pPr marL="12600">
              <a:lnSpc>
                <a:spcPct val="100000"/>
              </a:lnSpc>
              <a:spcBef>
                <a:spcPts val="11"/>
              </a:spcBef>
            </a:pPr>
            <a:r>
              <a:rPr lang="en-US" sz="1800" b="1" u="none" spc="-51" strike="noStrike">
                <a:solidFill>
                  <a:srgbClr val="2D5395"/>
                </a:solidFill>
                <a:effectLst/>
                <a:uFillTx/>
                <a:latin typeface="Cambria"/>
              </a:rPr>
              <a:t>26</a:t>
            </a:r>
            <a:endParaRPr lang="en-IN" sz="1800" b="0" u="none" strike="noStrike">
              <a:solidFill>
                <a:srgbClr val="000000"/>
              </a:solidFill>
              <a:effectLst/>
              <a:uFillTx/>
              <a:latin typeface="Arial"/>
            </a:endParaRPr>
          </a:p>
        </p:txBody>
      </p:sp>
      <p:sp>
        <p:nvSpPr>
          <p:cNvPr id="224" name="TextBox 7"/>
          <p:cNvSpPr/>
          <p:nvPr/>
        </p:nvSpPr>
        <p:spPr>
          <a:xfrm>
            <a:off x="405360" y="1953360"/>
            <a:ext cx="10508400" cy="269280"/>
          </a:xfrm>
          <a:prstGeom prst="rect">
            <a:avLst/>
          </a:prstGeom>
          <a:noFill/>
          <a:ln w="0">
            <a:noFill/>
          </a:ln>
        </p:spPr>
        <p:style>
          <a:lnRef idx="0"/>
          <a:fillRef idx="0"/>
          <a:effectRef idx="0"/>
          <a:fontRef idx="minor"/>
        </p:style>
        <p:txBody>
          <a:bodyPr lIns="90000" tIns="45000" rIns="90000" bIns="45000" anchor="t">
            <a:spAutoFit/>
          </a:bodyPr>
          <a:p>
            <a:pPr marL="285840" indent="-285840">
              <a:lnSpc>
                <a:spcPct val="100000"/>
              </a:lnSpc>
              <a:spcAft>
                <a:spcPts val="400"/>
              </a:spcAft>
              <a:buClr>
                <a:srgbClr val="008080"/>
              </a:buClr>
              <a:buFont typeface="Wingdings" charset="2"/>
              <a:buChar char=""/>
            </a:pPr>
            <a:r>
              <a:rPr lang="en-IN" sz="1600" b="1" u="none" strike="noStrike">
                <a:solidFill>
                  <a:srgbClr val="008080"/>
                </a:solidFill>
                <a:effectLst/>
                <a:uFillTx/>
                <a:latin typeface="Times New Roman"/>
              </a:rPr>
              <a:t>CLINICAL DIAGNOSTIC UTILITY   |   </a:t>
            </a:r>
            <a:r>
              <a:rPr lang="en-IN" sz="1600" b="1" u="none" strike="noStrike">
                <a:solidFill>
                  <a:srgbClr val="1A2530"/>
                </a:solidFill>
                <a:effectLst/>
                <a:uFillTx/>
                <a:latin typeface="Times New Roman"/>
              </a:rPr>
              <a:t>Accelerated Radiologist Workflow</a:t>
            </a:r>
            <a:endParaRPr lang="en-IN" sz="1600" b="0" u="none" strike="noStrike">
              <a:solidFill>
                <a:srgbClr val="000000"/>
              </a:solidFill>
              <a:effectLst/>
              <a:uFillTx/>
              <a:latin typeface="Arial"/>
            </a:endParaRPr>
          </a:p>
          <a:p>
            <a:pPr>
              <a:lnSpc>
                <a:spcPct val="100000"/>
              </a:lnSpc>
            </a:pPr>
            <a:r>
              <a:rPr lang="en-IN" sz="1600" b="0" u="none" strike="noStrike">
                <a:solidFill>
                  <a:srgbClr val="1A2530"/>
                </a:solidFill>
                <a:effectLst/>
                <a:uFillTx/>
                <a:latin typeface="Times New Roman"/>
              </a:rPr>
              <a:t>Delivers rapid, automated tumour localization and multi-class segmentation in under a minute, significantly reducing tedious manual contouring hours. Precise volume calculations in cm³ provide objective metrics for longitudinal monitoring of treatment response and radiation therapy planning.</a:t>
            </a:r>
            <a:endParaRPr lang="en-IN" sz="1600" b="0" u="none" strike="noStrike">
              <a:solidFill>
                <a:srgbClr val="000000"/>
              </a:solidFill>
              <a:effectLst/>
              <a:uFillTx/>
              <a:latin typeface="Arial"/>
            </a:endParaRPr>
          </a:p>
        </p:txBody>
      </p:sp>
      <p:sp>
        <p:nvSpPr>
          <p:cNvPr id="225" name="TextBox 11"/>
          <p:cNvSpPr/>
          <p:nvPr/>
        </p:nvSpPr>
        <p:spPr>
          <a:xfrm>
            <a:off x="405360" y="3431520"/>
            <a:ext cx="10508400" cy="269280"/>
          </a:xfrm>
          <a:prstGeom prst="rect">
            <a:avLst/>
          </a:prstGeom>
          <a:noFill/>
          <a:ln w="0">
            <a:noFill/>
          </a:ln>
        </p:spPr>
        <p:style>
          <a:lnRef idx="0"/>
          <a:fillRef idx="0"/>
          <a:effectRef idx="0"/>
          <a:fontRef idx="minor"/>
        </p:style>
        <p:txBody>
          <a:bodyPr lIns="90000" tIns="45000" rIns="90000" bIns="45000" anchor="t">
            <a:spAutoFit/>
          </a:bodyPr>
          <a:p>
            <a:pPr marL="285840" indent="-285840">
              <a:lnSpc>
                <a:spcPct val="100000"/>
              </a:lnSpc>
              <a:spcAft>
                <a:spcPts val="400"/>
              </a:spcAft>
              <a:buClr>
                <a:srgbClr val="008080"/>
              </a:buClr>
              <a:buFont typeface="Wingdings" charset="2"/>
              <a:buChar char=""/>
            </a:pPr>
            <a:r>
              <a:rPr lang="en-IN" sz="1600" b="1" u="none" strike="noStrike">
                <a:solidFill>
                  <a:srgbClr val="008080"/>
                </a:solidFill>
                <a:effectLst/>
                <a:uFillTx/>
                <a:latin typeface="Times New Roman"/>
              </a:rPr>
              <a:t>ACADEMIC DISSEMINATION   |   </a:t>
            </a:r>
            <a:r>
              <a:rPr lang="en-IN" sz="1600" b="1" u="none" strike="noStrike">
                <a:solidFill>
                  <a:srgbClr val="1A2530"/>
                </a:solidFill>
                <a:effectLst/>
                <a:uFillTx/>
                <a:latin typeface="Times New Roman"/>
              </a:rPr>
              <a:t>Open baselines &amp; Research Publications</a:t>
            </a:r>
            <a:endParaRPr lang="en-IN" sz="1600" b="0" u="none" strike="noStrike">
              <a:solidFill>
                <a:srgbClr val="000000"/>
              </a:solidFill>
              <a:effectLst/>
              <a:uFillTx/>
              <a:latin typeface="Arial"/>
            </a:endParaRPr>
          </a:p>
          <a:p>
            <a:pPr>
              <a:lnSpc>
                <a:spcPct val="100000"/>
              </a:lnSpc>
            </a:pPr>
            <a:r>
              <a:rPr lang="en-IN" sz="1600" b="0" u="none" strike="noStrike">
                <a:solidFill>
                  <a:srgbClr val="1A2530"/>
                </a:solidFill>
                <a:effectLst/>
                <a:uFillTx/>
                <a:latin typeface="Times New Roman"/>
              </a:rPr>
              <a:t>Represents a reproducible multimodal 3D medical image segmentation workflow with a live visualization front-end. The codebase, complete with synthetic data tests and validation gates, serves as an academic baseline. Research findings will be compiled for journal publication.</a:t>
            </a:r>
            <a:endParaRPr lang="en-IN"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6.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744</TotalTime>
  <Application>LibreOffice/26.2.5.2$Linux_X86_64 LibreOffice_project/620$Build-2</Application>
  <AppVersion>15.0000</AppVersion>
  <Words>2246</Words>
  <Paragraphs>285</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2024-11-09T04:12:46Z</dcterms:created>
  <dc:creator>Bhoomika K</dc:creator>
  <dc:description/>
  <dc:language>en-IN</dc:language>
  <cp:lastModifiedBy/>
  <dcterms:modified xsi:type="dcterms:W3CDTF">2026-09-26T10:22:26Z</dcterms:modified>
  <cp:revision>77</cp:revision>
  <dc:subject/>
  <dc:title>PowerPoint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2024-11-08T00:00:00Z</vt:filetime>
  </property>
  <property fmtid="{D5CDD505-2E9C-101B-9397-08002B2CF9AE}" pid="3" name="Creator">
    <vt:lpwstr>Microsoft® PowerPoint® 2021</vt:lpwstr>
  </property>
  <property fmtid="{D5CDD505-2E9C-101B-9397-08002B2CF9AE}" pid="4" name="HiddenSlides">
    <vt:i4>1</vt:i4>
  </property>
  <property fmtid="{D5CDD505-2E9C-101B-9397-08002B2CF9AE}" pid="5" name="LastSaved">
    <vt:filetime>2024-11-09T00:00:00Z</vt:filetime>
  </property>
  <property fmtid="{D5CDD505-2E9C-101B-9397-08002B2CF9AE}" pid="6" name="Notes">
    <vt:i4>27</vt:i4>
  </property>
  <property fmtid="{D5CDD505-2E9C-101B-9397-08002B2CF9AE}" pid="7" name="PresentationFormat">
    <vt:lpwstr>Widescreen</vt:lpwstr>
  </property>
  <property fmtid="{D5CDD505-2E9C-101B-9397-08002B2CF9AE}" pid="8" name="Producer">
    <vt:lpwstr>Microsoft® PowerPoint® 2021</vt:lpwstr>
  </property>
  <property fmtid="{D5CDD505-2E9C-101B-9397-08002B2CF9AE}" pid="9" name="Slides">
    <vt:i4>27</vt:i4>
  </property>
</Properties>
</file>