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12192000" cy="685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a:r>
              <a:rPr lang="en-IN" sz="1800" b="0" u="none" strike="noStrike">
                <a:solidFill>
                  <a:srgbClr val="000000"/>
                </a:solidFill>
                <a:effectLst/>
                <a:uFillTx/>
                <a:latin typeface="Calibri"/>
              </a:rPr>
              <a:t>Click to move the slide</a:t>
            </a:r>
            <a:endParaRPr lang="en-IN" sz="1800" b="0" u="none" strike="noStrike">
              <a:solidFill>
                <a:srgbClr val="000000"/>
              </a:solidFill>
              <a:effectLst/>
              <a:uFillTx/>
              <a:latin typeface="Calibri"/>
            </a:endParaRPr>
          </a:p>
        </p:txBody>
      </p:sp>
      <p:sp>
        <p:nvSpPr>
          <p:cNvPr id="3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3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32"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3"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F62E66E8-52B2-4327-8CA1-D35230AD6ED1}"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4038480" y="857160"/>
            <a:ext cx="4114440" cy="2314080"/>
          </a:xfrm>
          <a:prstGeom prst="rect">
            <a:avLst/>
          </a:prstGeom>
          <a:ln w="0">
            <a:noFill/>
          </a:ln>
        </p:spPr>
      </p:sp>
      <p:sp>
        <p:nvSpPr>
          <p:cNvPr id="162"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63" name="PlaceHolder 3"/>
          <p:cNvSpPr>
            <a:spLocks noGrp="1"/>
          </p:cNvSpPr>
          <p:nvPr>
            <p:ph type="sldNum" idx="20"/>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B5B85544-8682-4E30-88E0-B303B9526D76}"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4038480" y="857160"/>
            <a:ext cx="4114440" cy="2314080"/>
          </a:xfrm>
          <a:prstGeom prst="rect">
            <a:avLst/>
          </a:prstGeom>
          <a:ln w="0">
            <a:noFill/>
          </a:ln>
        </p:spPr>
      </p:sp>
      <p:sp>
        <p:nvSpPr>
          <p:cNvPr id="165"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66" name="PlaceHolder 3"/>
          <p:cNvSpPr>
            <a:spLocks noGrp="1"/>
          </p:cNvSpPr>
          <p:nvPr>
            <p:ph type="sldNum" idx="21"/>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FAA4F870-88AB-4796-922B-1C6F58C4EA60}"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4038480" y="857160"/>
            <a:ext cx="4114440" cy="2314080"/>
          </a:xfrm>
          <a:prstGeom prst="rect">
            <a:avLst/>
          </a:prstGeom>
          <a:ln w="0">
            <a:noFill/>
          </a:ln>
        </p:spPr>
      </p:sp>
      <p:sp>
        <p:nvSpPr>
          <p:cNvPr id="168"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69" name="PlaceHolder 3"/>
          <p:cNvSpPr>
            <a:spLocks noGrp="1"/>
          </p:cNvSpPr>
          <p:nvPr>
            <p:ph type="sldNum" idx="22"/>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8C8A901C-A814-4855-97AF-D897E726E92C}"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4038480" y="857160"/>
            <a:ext cx="4114440" cy="2314080"/>
          </a:xfrm>
          <a:prstGeom prst="rect">
            <a:avLst/>
          </a:prstGeom>
          <a:ln w="0">
            <a:noFill/>
          </a:ln>
        </p:spPr>
      </p:sp>
      <p:sp>
        <p:nvSpPr>
          <p:cNvPr id="171"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72" name="PlaceHolder 3"/>
          <p:cNvSpPr>
            <a:spLocks noGrp="1"/>
          </p:cNvSpPr>
          <p:nvPr>
            <p:ph type="sldNum" idx="23"/>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549B0CAE-81CE-47E3-8AD0-E16522F376F6}"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4038480" y="857160"/>
            <a:ext cx="4114440" cy="2314080"/>
          </a:xfrm>
          <a:prstGeom prst="rect">
            <a:avLst/>
          </a:prstGeom>
          <a:ln w="0">
            <a:noFill/>
          </a:ln>
        </p:spPr>
      </p:sp>
      <p:sp>
        <p:nvSpPr>
          <p:cNvPr id="174"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75" name="PlaceHolder 3"/>
          <p:cNvSpPr>
            <a:spLocks noGrp="1"/>
          </p:cNvSpPr>
          <p:nvPr>
            <p:ph type="sldNum" idx="24"/>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238B8DA0-7BF5-4F9B-9B35-E33C49D799BC}"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4038480" y="857160"/>
            <a:ext cx="4114440" cy="2314080"/>
          </a:xfrm>
          <a:prstGeom prst="rect">
            <a:avLst/>
          </a:prstGeom>
          <a:ln w="0">
            <a:noFill/>
          </a:ln>
        </p:spPr>
      </p:sp>
      <p:sp>
        <p:nvSpPr>
          <p:cNvPr id="177"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78" name="PlaceHolder 3"/>
          <p:cNvSpPr>
            <a:spLocks noGrp="1"/>
          </p:cNvSpPr>
          <p:nvPr>
            <p:ph type="sldNum" idx="25"/>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855C137D-8228-4FEE-BFD1-33AB59E6BC43}"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4038480" y="857160"/>
            <a:ext cx="4114440" cy="2314080"/>
          </a:xfrm>
          <a:prstGeom prst="rect">
            <a:avLst/>
          </a:prstGeom>
          <a:ln w="0">
            <a:noFill/>
          </a:ln>
        </p:spPr>
      </p:sp>
      <p:sp>
        <p:nvSpPr>
          <p:cNvPr id="180"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81" name="PlaceHolder 3"/>
          <p:cNvSpPr>
            <a:spLocks noGrp="1"/>
          </p:cNvSpPr>
          <p:nvPr>
            <p:ph type="sldNum" idx="26"/>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B2C55DF5-3DC8-4947-A899-D8F57810AA3B}"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4038480" y="857160"/>
            <a:ext cx="4114440" cy="2314080"/>
          </a:xfrm>
          <a:prstGeom prst="rect">
            <a:avLst/>
          </a:prstGeom>
          <a:ln w="0">
            <a:noFill/>
          </a:ln>
        </p:spPr>
      </p:sp>
      <p:sp>
        <p:nvSpPr>
          <p:cNvPr id="183"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84" name="PlaceHolder 3"/>
          <p:cNvSpPr>
            <a:spLocks noGrp="1"/>
          </p:cNvSpPr>
          <p:nvPr>
            <p:ph type="sldNum" idx="27"/>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7DBA99C5-FF9F-4B91-8CD1-696B23321BF9}"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4038480" y="857160"/>
            <a:ext cx="4114440" cy="2314080"/>
          </a:xfrm>
          <a:prstGeom prst="rect">
            <a:avLst/>
          </a:prstGeom>
          <a:ln w="0">
            <a:noFill/>
          </a:ln>
        </p:spPr>
      </p:sp>
      <p:sp>
        <p:nvSpPr>
          <p:cNvPr id="186"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87" name="PlaceHolder 3"/>
          <p:cNvSpPr>
            <a:spLocks noGrp="1"/>
          </p:cNvSpPr>
          <p:nvPr>
            <p:ph type="sldNum" idx="28"/>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84027E93-1E39-4C7A-BB02-701614EF3668}"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4038480" y="857160"/>
            <a:ext cx="4114440" cy="2314080"/>
          </a:xfrm>
          <a:prstGeom prst="rect">
            <a:avLst/>
          </a:prstGeom>
          <a:ln w="0">
            <a:noFill/>
          </a:ln>
        </p:spPr>
      </p:sp>
      <p:sp>
        <p:nvSpPr>
          <p:cNvPr id="189"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0" name="PlaceHolder 3"/>
          <p:cNvSpPr>
            <a:spLocks noGrp="1"/>
          </p:cNvSpPr>
          <p:nvPr>
            <p:ph type="sldNum" idx="29"/>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30AAF807-7658-4CDC-AA2B-98F0DAD7C02F}"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4038480" y="857160"/>
            <a:ext cx="4114440" cy="2314080"/>
          </a:xfrm>
          <a:prstGeom prst="rect">
            <a:avLst/>
          </a:prstGeom>
          <a:ln w="0">
            <a:noFill/>
          </a:ln>
        </p:spPr>
      </p:sp>
      <p:sp>
        <p:nvSpPr>
          <p:cNvPr id="192"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3" name="PlaceHolder 3"/>
          <p:cNvSpPr>
            <a:spLocks noGrp="1"/>
          </p:cNvSpPr>
          <p:nvPr>
            <p:ph type="sldNum" idx="30"/>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09F5518F-1526-47BC-BACD-445F45CCEFE8}"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4038480" y="857160"/>
            <a:ext cx="4114440" cy="2314080"/>
          </a:xfrm>
          <a:prstGeom prst="rect">
            <a:avLst/>
          </a:prstGeom>
          <a:ln w="0">
            <a:noFill/>
          </a:ln>
        </p:spPr>
      </p:sp>
      <p:sp>
        <p:nvSpPr>
          <p:cNvPr id="195"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6" name="PlaceHolder 3"/>
          <p:cNvSpPr>
            <a:spLocks noGrp="1"/>
          </p:cNvSpPr>
          <p:nvPr>
            <p:ph type="sldNum" idx="31"/>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80132DF8-8BE1-49A1-9557-D1A2D658AAF1}"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4038480" y="857160"/>
            <a:ext cx="4114440" cy="2314080"/>
          </a:xfrm>
          <a:prstGeom prst="rect">
            <a:avLst/>
          </a:prstGeom>
          <a:ln w="0">
            <a:noFill/>
          </a:ln>
        </p:spPr>
      </p:sp>
      <p:sp>
        <p:nvSpPr>
          <p:cNvPr id="198"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99" name="PlaceHolder 3"/>
          <p:cNvSpPr>
            <a:spLocks noGrp="1"/>
          </p:cNvSpPr>
          <p:nvPr>
            <p:ph type="sldNum" idx="32"/>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FAB0CA28-2DC5-4D1E-B992-BC27034BA2BC}"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4038480" y="857160"/>
            <a:ext cx="4114440" cy="2314080"/>
          </a:xfrm>
          <a:prstGeom prst="rect">
            <a:avLst/>
          </a:prstGeom>
          <a:ln w="0">
            <a:noFill/>
          </a:ln>
        </p:spPr>
      </p:sp>
      <p:sp>
        <p:nvSpPr>
          <p:cNvPr id="201"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02" name="PlaceHolder 3"/>
          <p:cNvSpPr>
            <a:spLocks noGrp="1"/>
          </p:cNvSpPr>
          <p:nvPr>
            <p:ph type="sldNum" idx="33"/>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02E8E736-72A3-477E-8524-B7BD864B57DE}"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4038480" y="857160"/>
            <a:ext cx="4114440" cy="2314080"/>
          </a:xfrm>
          <a:prstGeom prst="rect">
            <a:avLst/>
          </a:prstGeom>
          <a:ln w="0">
            <a:noFill/>
          </a:ln>
        </p:spPr>
      </p:sp>
      <p:sp>
        <p:nvSpPr>
          <p:cNvPr id="204"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05" name="PlaceHolder 3"/>
          <p:cNvSpPr>
            <a:spLocks noGrp="1"/>
          </p:cNvSpPr>
          <p:nvPr>
            <p:ph type="sldNum" idx="34"/>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D0A0EFD5-8A1D-460E-9551-713E4BD7B906}"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4038480" y="857160"/>
            <a:ext cx="4114440" cy="2314080"/>
          </a:xfrm>
          <a:prstGeom prst="rect">
            <a:avLst/>
          </a:prstGeom>
          <a:ln w="0">
            <a:noFill/>
          </a:ln>
        </p:spPr>
      </p:sp>
      <p:sp>
        <p:nvSpPr>
          <p:cNvPr id="207"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08" name="PlaceHolder 3"/>
          <p:cNvSpPr>
            <a:spLocks noGrp="1"/>
          </p:cNvSpPr>
          <p:nvPr>
            <p:ph type="sldNum" idx="35"/>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25533CF5-2B99-4DDA-9185-FDF6340DE00D}"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4038480" y="857160"/>
            <a:ext cx="4114440" cy="2314080"/>
          </a:xfrm>
          <a:prstGeom prst="rect">
            <a:avLst/>
          </a:prstGeom>
          <a:ln w="0">
            <a:noFill/>
          </a:ln>
        </p:spPr>
      </p:sp>
      <p:sp>
        <p:nvSpPr>
          <p:cNvPr id="210"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11" name="PlaceHolder 3"/>
          <p:cNvSpPr>
            <a:spLocks noGrp="1"/>
          </p:cNvSpPr>
          <p:nvPr>
            <p:ph type="sldNum" idx="36"/>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828BCD6F-CFFA-4841-9352-80C473A10D17}"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4038480" y="857160"/>
            <a:ext cx="4114440" cy="2314080"/>
          </a:xfrm>
          <a:prstGeom prst="rect">
            <a:avLst/>
          </a:prstGeom>
          <a:ln w="0">
            <a:noFill/>
          </a:ln>
        </p:spPr>
      </p:sp>
      <p:sp>
        <p:nvSpPr>
          <p:cNvPr id="213"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14" name="PlaceHolder 3"/>
          <p:cNvSpPr>
            <a:spLocks noGrp="1"/>
          </p:cNvSpPr>
          <p:nvPr>
            <p:ph type="sldNum" idx="37"/>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17210D11-DECE-481B-99B1-3ECB512F095A}"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4038480" y="857160"/>
            <a:ext cx="4114440" cy="2314080"/>
          </a:xfrm>
          <a:prstGeom prst="rect">
            <a:avLst/>
          </a:prstGeom>
          <a:ln w="0">
            <a:noFill/>
          </a:ln>
        </p:spPr>
      </p:sp>
      <p:sp>
        <p:nvSpPr>
          <p:cNvPr id="216" name="PlaceHolder 2"/>
          <p:cNvSpPr>
            <a:spLocks noGrp="1"/>
          </p:cNvSpPr>
          <p:nvPr>
            <p:ph type="body"/>
          </p:nvPr>
        </p:nvSpPr>
        <p:spPr>
          <a:xfrm>
            <a:off x="1219320" y="3300480"/>
            <a:ext cx="9753120" cy="270000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17" name="PlaceHolder 3"/>
          <p:cNvSpPr>
            <a:spLocks noGrp="1"/>
          </p:cNvSpPr>
          <p:nvPr>
            <p:ph type="sldNum" idx="38"/>
          </p:nvPr>
        </p:nvSpPr>
        <p:spPr>
          <a:xfrm>
            <a:off x="6905520" y="6513480"/>
            <a:ext cx="5283000" cy="34416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1F726B76-001E-4960-BA53-96FB4956D767}"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chemeClr val="lt1"/>
        </a:solidFill>
      </p:bgPr>
    </p:bg>
    <p:spTree>
      <p:nvGrpSpPr>
        <p:cNvPr id="1" name=""/>
        <p:cNvGrpSpPr/>
        <p:nvPr/>
      </p:nvGrpSpPr>
      <p:grpSpPr>
        <a:xfrm>
          <a:off x="0" y="0"/>
          <a:ext cx="0" cy="0"/>
          <a:chOff x="0" y="0"/>
          <a:chExt cx="0" cy="0"/>
        </a:xfrm>
      </p:grpSpPr>
      <p:sp>
        <p:nvSpPr>
          <p:cNvPr id="2" name="bg object 16"/>
          <p:cNvSpPr/>
          <p:nvPr/>
        </p:nvSpPr>
        <p:spPr>
          <a:xfrm>
            <a:off x="178920" y="151560"/>
            <a:ext cx="11780280" cy="6560640"/>
          </a:xfrm>
          <a:custGeom>
            <a:avLst/>
            <a:gdLst>
              <a:gd name="textAreaLeft" fmla="*/ 0 w 11780280"/>
              <a:gd name="textAreaRight" fmla="*/ 11780640 w 11780280"/>
              <a:gd name="textAreaTop" fmla="*/ 0 h 6560640"/>
              <a:gd name="textAreaBottom" fmla="*/ 6561000 h 656064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 name="PlaceHolder 1"/>
          <p:cNvSpPr>
            <a:spLocks noGrp="1"/>
          </p:cNvSpPr>
          <p:nvPr>
            <p:ph type="title"/>
          </p:nvPr>
        </p:nvSpPr>
        <p:spPr>
          <a:xfrm>
            <a:off x="914400" y="2126160"/>
            <a:ext cx="10362960" cy="549000"/>
          </a:xfrm>
          <a:prstGeom prst="rect">
            <a:avLst/>
          </a:prstGeom>
          <a:noFill/>
          <a:ln w="0">
            <a:noFill/>
          </a:ln>
        </p:spPr>
        <p:txBody>
          <a:bodyPr lIns="0" tIns="0" rIns="0" bIns="0" anchor="t">
            <a:spAutoFit/>
          </a:bodyPr>
          <a:lstStyle>
            <a:lvl1pPr indent="0" algn="l">
              <a:buNone/>
              <a:defRPr lang="en-IN" sz="3600" b="0" u="none" strike="noStrike">
                <a:solidFill>
                  <a:srgbClr val="000000"/>
                </a:solidFill>
                <a:effectLst/>
                <a:uFillTx/>
                <a:latin typeface="Calibri"/>
              </a:defRPr>
            </a:lvl1pPr>
          </a:lstStyle>
          <a:p>
            <a:pPr indent="0" algn="l">
              <a:buNone/>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4" name="PlaceHolder 2"/>
          <p:cNvSpPr>
            <a:spLocks noGrp="1"/>
          </p:cNvSpPr>
          <p:nvPr>
            <p:ph type="ftr" idx="1"/>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3"/>
          <p:cNvSpPr>
            <a:spLocks noGrp="1"/>
          </p:cNvSpPr>
          <p:nvPr>
            <p:ph type="dt" idx="2"/>
          </p:nvPr>
        </p:nvSpPr>
        <p:spPr>
          <a:xfrm>
            <a:off x="609480" y="6378120"/>
            <a:ext cx="2803680" cy="34272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 name="PlaceHolder 4"/>
          <p:cNvSpPr>
            <a:spLocks noGrp="1"/>
          </p:cNvSpPr>
          <p:nvPr>
            <p:ph type="sldNum" idx="3"/>
          </p:nvPr>
        </p:nvSpPr>
        <p:spPr>
          <a:xfrm>
            <a:off x="11436120" y="6359760"/>
            <a:ext cx="538200" cy="366120"/>
          </a:xfrm>
          <a:prstGeom prst="rect">
            <a:avLst/>
          </a:prstGeom>
          <a:noFill/>
          <a:ln w="0">
            <a:noFill/>
          </a:ln>
        </p:spPr>
        <p:txBody>
          <a:bodyPr lIns="0" tIns="0" rIns="0" bIns="0" anchor="t">
            <a:no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5CFF5032-E15B-41AC-A6CD-75E5FCE2F6D4}"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chemeClr val="lt1"/>
        </a:solidFill>
      </p:bgPr>
    </p:bg>
    <p:spTree>
      <p:nvGrpSpPr>
        <p:cNvPr id="1" name=""/>
        <p:cNvGrpSpPr/>
        <p:nvPr/>
      </p:nvGrpSpPr>
      <p:grpSpPr>
        <a:xfrm>
          <a:off x="0" y="0"/>
          <a:ext cx="0" cy="0"/>
          <a:chOff x="0" y="0"/>
          <a:chExt cx="0" cy="0"/>
        </a:xfrm>
      </p:grpSpPr>
      <p:sp>
        <p:nvSpPr>
          <p:cNvPr id="7" name="bg object 16" hidden="1"/>
          <p:cNvSpPr/>
          <p:nvPr/>
        </p:nvSpPr>
        <p:spPr>
          <a:xfrm>
            <a:off x="178920" y="151560"/>
            <a:ext cx="11780280" cy="6560640"/>
          </a:xfrm>
          <a:custGeom>
            <a:avLst/>
            <a:gdLst>
              <a:gd name="textAreaLeft" fmla="*/ 0 w 11780280"/>
              <a:gd name="textAreaRight" fmla="*/ 11780640 w 11780280"/>
              <a:gd name="textAreaTop" fmla="*/ 0 h 6560640"/>
              <a:gd name="textAreaBottom" fmla="*/ 6561000 h 656064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8" name="PlaceHolder 1"/>
          <p:cNvSpPr>
            <a:spLocks noGrp="1"/>
          </p:cNvSpPr>
          <p:nvPr>
            <p:ph type="title"/>
          </p:nvPr>
        </p:nvSpPr>
        <p:spPr>
          <a:xfrm>
            <a:off x="2418840" y="176400"/>
            <a:ext cx="7928280" cy="1075320"/>
          </a:xfrm>
          <a:prstGeom prst="rect">
            <a:avLst/>
          </a:prstGeom>
          <a:noFill/>
          <a:ln w="0">
            <a:noFill/>
          </a:ln>
        </p:spPr>
        <p:txBody>
          <a:bodyPr lIns="0" tIns="0" rIns="0" bIns="0" anchor="t">
            <a:noAutofit/>
          </a:bodyPr>
          <a:lstStyle>
            <a:lvl1pPr indent="0" algn="l">
              <a:buNone/>
              <a:defRPr lang="en-IN" sz="3600" b="0" u="none" strike="noStrike">
                <a:solidFill>
                  <a:srgbClr val="000000"/>
                </a:solidFill>
                <a:effectLst/>
                <a:uFillTx/>
                <a:latin typeface="Calibri"/>
              </a:defRPr>
            </a:lvl1pPr>
          </a:lstStyle>
          <a:p>
            <a:pPr indent="0" algn="l">
              <a:buNone/>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9" name="PlaceHolder 2"/>
          <p:cNvSpPr>
            <a:spLocks noGrp="1"/>
          </p:cNvSpPr>
          <p:nvPr>
            <p:ph type="body"/>
          </p:nvPr>
        </p:nvSpPr>
        <p:spPr>
          <a:xfrm>
            <a:off x="608040" y="1882440"/>
            <a:ext cx="10605240" cy="414036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0" name="PlaceHolder 3"/>
          <p:cNvSpPr>
            <a:spLocks noGrp="1"/>
          </p:cNvSpPr>
          <p:nvPr>
            <p:ph type="ftr" idx="4"/>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4"/>
          <p:cNvSpPr>
            <a:spLocks noGrp="1"/>
          </p:cNvSpPr>
          <p:nvPr>
            <p:ph type="dt" idx="5"/>
          </p:nvPr>
        </p:nvSpPr>
        <p:spPr>
          <a:xfrm>
            <a:off x="609480" y="6378120"/>
            <a:ext cx="2803680" cy="34272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11436120" y="6359760"/>
            <a:ext cx="538200" cy="366120"/>
          </a:xfrm>
          <a:prstGeom prst="rect">
            <a:avLst/>
          </a:prstGeom>
          <a:noFill/>
          <a:ln w="0">
            <a:noFill/>
          </a:ln>
        </p:spPr>
        <p:txBody>
          <a:bodyPr lIns="0" tIns="0" rIns="0" bIns="0" anchor="t">
            <a:no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7881241B-F1BD-41CB-A382-9DF9ED056B6B}"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bg>
      <p:bgPr>
        <a:solidFill>
          <a:schemeClr val="lt1"/>
        </a:solidFill>
      </p:bgPr>
    </p:bg>
    <p:spTree>
      <p:nvGrpSpPr>
        <p:cNvPr id="1" name=""/>
        <p:cNvGrpSpPr/>
        <p:nvPr/>
      </p:nvGrpSpPr>
      <p:grpSpPr>
        <a:xfrm>
          <a:off x="0" y="0"/>
          <a:ext cx="0" cy="0"/>
          <a:chOff x="0" y="0"/>
          <a:chExt cx="0" cy="0"/>
        </a:xfrm>
      </p:grpSpPr>
      <p:sp>
        <p:nvSpPr>
          <p:cNvPr id="13" name="bg object 16"/>
          <p:cNvSpPr/>
          <p:nvPr/>
        </p:nvSpPr>
        <p:spPr>
          <a:xfrm>
            <a:off x="178920" y="151560"/>
            <a:ext cx="11780280" cy="6560640"/>
          </a:xfrm>
          <a:custGeom>
            <a:avLst/>
            <a:gdLst>
              <a:gd name="textAreaLeft" fmla="*/ 0 w 11780280"/>
              <a:gd name="textAreaRight" fmla="*/ 11780640 w 11780280"/>
              <a:gd name="textAreaTop" fmla="*/ 0 h 6560640"/>
              <a:gd name="textAreaBottom" fmla="*/ 6561000 h 656064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4" name="PlaceHolder 1"/>
          <p:cNvSpPr>
            <a:spLocks noGrp="1"/>
          </p:cNvSpPr>
          <p:nvPr>
            <p:ph type="title"/>
          </p:nvPr>
        </p:nvSpPr>
        <p:spPr>
          <a:xfrm>
            <a:off x="2418840" y="176400"/>
            <a:ext cx="7928280" cy="1075320"/>
          </a:xfrm>
          <a:prstGeom prst="rect">
            <a:avLst/>
          </a:prstGeom>
          <a:noFill/>
          <a:ln w="0">
            <a:noFill/>
          </a:ln>
        </p:spPr>
        <p:txBody>
          <a:bodyPr lIns="0" tIns="0" rIns="0" bIns="0" anchor="t">
            <a:noAutofit/>
          </a:bodyPr>
          <a:lstStyle>
            <a:lvl1pPr indent="0" algn="l">
              <a:buNone/>
              <a:defRPr lang="en-IN" sz="3600" b="0" u="none" strike="noStrike">
                <a:solidFill>
                  <a:srgbClr val="000000"/>
                </a:solidFill>
                <a:effectLst/>
                <a:uFillTx/>
                <a:latin typeface="Calibri"/>
              </a:defRPr>
            </a:lvl1pPr>
          </a:lstStyle>
          <a:p>
            <a:pPr indent="0" algn="l">
              <a:buNone/>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15" name="PlaceHolder 2"/>
          <p:cNvSpPr>
            <a:spLocks noGrp="1"/>
          </p:cNvSpPr>
          <p:nvPr>
            <p:ph type="body"/>
          </p:nvPr>
        </p:nvSpPr>
        <p:spPr>
          <a:xfrm>
            <a:off x="609480" y="1577520"/>
            <a:ext cx="5303160" cy="235260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6" name="PlaceHolder 3"/>
          <p:cNvSpPr>
            <a:spLocks noGrp="1"/>
          </p:cNvSpPr>
          <p:nvPr>
            <p:ph type="body"/>
          </p:nvPr>
        </p:nvSpPr>
        <p:spPr>
          <a:xfrm>
            <a:off x="6278760" y="1577520"/>
            <a:ext cx="5303160" cy="235260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7" name="PlaceHolder 4"/>
          <p:cNvSpPr>
            <a:spLocks noGrp="1"/>
          </p:cNvSpPr>
          <p:nvPr>
            <p:ph type="ftr" idx="7"/>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5"/>
          <p:cNvSpPr>
            <a:spLocks noGrp="1"/>
          </p:cNvSpPr>
          <p:nvPr>
            <p:ph type="dt" idx="8"/>
          </p:nvPr>
        </p:nvSpPr>
        <p:spPr>
          <a:xfrm>
            <a:off x="609480" y="6378120"/>
            <a:ext cx="2803680" cy="34272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9" name="PlaceHolder 6"/>
          <p:cNvSpPr>
            <a:spLocks noGrp="1"/>
          </p:cNvSpPr>
          <p:nvPr>
            <p:ph type="sldNum" idx="9"/>
          </p:nvPr>
        </p:nvSpPr>
        <p:spPr>
          <a:xfrm>
            <a:off x="11436120" y="6359760"/>
            <a:ext cx="538200" cy="366120"/>
          </a:xfrm>
          <a:prstGeom prst="rect">
            <a:avLst/>
          </a:prstGeom>
          <a:noFill/>
          <a:ln w="0">
            <a:noFill/>
          </a:ln>
        </p:spPr>
        <p:txBody>
          <a:bodyPr lIns="0" tIns="0" rIns="0" bIns="0" anchor="t">
            <a:no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C2131E2C-3CD3-4E0D-A189-79B45FE02EB5}"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bg>
      <p:bgPr>
        <a:solidFill>
          <a:schemeClr val="lt1"/>
        </a:solidFill>
      </p:bgPr>
    </p:bg>
    <p:spTree>
      <p:nvGrpSpPr>
        <p:cNvPr id="1" name=""/>
        <p:cNvGrpSpPr/>
        <p:nvPr/>
      </p:nvGrpSpPr>
      <p:grpSpPr>
        <a:xfrm>
          <a:off x="0" y="0"/>
          <a:ext cx="0" cy="0"/>
          <a:chOff x="0" y="0"/>
          <a:chExt cx="0" cy="0"/>
        </a:xfrm>
      </p:grpSpPr>
      <p:sp>
        <p:nvSpPr>
          <p:cNvPr id="20" name="bg object 16"/>
          <p:cNvSpPr/>
          <p:nvPr/>
        </p:nvSpPr>
        <p:spPr>
          <a:xfrm>
            <a:off x="178920" y="151560"/>
            <a:ext cx="11780280" cy="6560640"/>
          </a:xfrm>
          <a:custGeom>
            <a:avLst/>
            <a:gdLst>
              <a:gd name="textAreaLeft" fmla="*/ 0 w 11780280"/>
              <a:gd name="textAreaRight" fmla="*/ 11780640 w 11780280"/>
              <a:gd name="textAreaTop" fmla="*/ 0 h 6560640"/>
              <a:gd name="textAreaBottom" fmla="*/ 6561000 h 656064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1" name="PlaceHolder 1"/>
          <p:cNvSpPr>
            <a:spLocks noGrp="1"/>
          </p:cNvSpPr>
          <p:nvPr>
            <p:ph type="title"/>
          </p:nvPr>
        </p:nvSpPr>
        <p:spPr>
          <a:xfrm>
            <a:off x="2418840" y="176400"/>
            <a:ext cx="7928280" cy="1075320"/>
          </a:xfrm>
          <a:prstGeom prst="rect">
            <a:avLst/>
          </a:prstGeom>
          <a:noFill/>
          <a:ln w="0">
            <a:noFill/>
          </a:ln>
        </p:spPr>
        <p:txBody>
          <a:bodyPr lIns="0" tIns="0" rIns="0" bIns="0" anchor="t">
            <a:noAutofit/>
          </a:bodyPr>
          <a:lstStyle>
            <a:lvl1pPr indent="0" algn="l">
              <a:buNone/>
              <a:defRPr lang="en-IN" sz="3600" b="0" u="none" strike="noStrike">
                <a:solidFill>
                  <a:srgbClr val="000000"/>
                </a:solidFill>
                <a:effectLst/>
                <a:uFillTx/>
                <a:latin typeface="Calibri"/>
              </a:defRPr>
            </a:lvl1pPr>
          </a:lstStyle>
          <a:p>
            <a:pPr indent="0" algn="l">
              <a:buNone/>
            </a:pPr>
            <a:r>
              <a:rPr lang="en-IN" sz="3600" b="0" u="none" strike="noStrike">
                <a:solidFill>
                  <a:srgbClr val="000000"/>
                </a:solidFill>
                <a:effectLst/>
                <a:uFillTx/>
                <a:latin typeface="Calibri"/>
              </a:rPr>
              <a:t>Click to edit the title text format</a:t>
            </a:r>
            <a:endParaRPr lang="en-IN" sz="3600" b="0" u="none" strike="noStrike">
              <a:solidFill>
                <a:srgbClr val="000000"/>
              </a:solidFill>
              <a:effectLst/>
              <a:uFillTx/>
              <a:latin typeface="Calibri"/>
            </a:endParaRPr>
          </a:p>
        </p:txBody>
      </p:sp>
      <p:sp>
        <p:nvSpPr>
          <p:cNvPr id="22" name="PlaceHolder 2"/>
          <p:cNvSpPr>
            <a:spLocks noGrp="1"/>
          </p:cNvSpPr>
          <p:nvPr>
            <p:ph type="ftr" idx="10"/>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3" name="PlaceHolder 3"/>
          <p:cNvSpPr>
            <a:spLocks noGrp="1"/>
          </p:cNvSpPr>
          <p:nvPr>
            <p:ph type="dt" idx="11"/>
          </p:nvPr>
        </p:nvSpPr>
        <p:spPr>
          <a:xfrm>
            <a:off x="609480" y="6378120"/>
            <a:ext cx="2803680" cy="34272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4" name="PlaceHolder 4"/>
          <p:cNvSpPr>
            <a:spLocks noGrp="1"/>
          </p:cNvSpPr>
          <p:nvPr>
            <p:ph type="sldNum" idx="12"/>
          </p:nvPr>
        </p:nvSpPr>
        <p:spPr>
          <a:xfrm>
            <a:off x="11436120" y="6359760"/>
            <a:ext cx="538200" cy="366120"/>
          </a:xfrm>
          <a:prstGeom prst="rect">
            <a:avLst/>
          </a:prstGeom>
          <a:noFill/>
          <a:ln w="0">
            <a:noFill/>
          </a:ln>
        </p:spPr>
        <p:txBody>
          <a:bodyPr lIns="0" tIns="0" rIns="0" bIns="0" anchor="t">
            <a:no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90B47092-B659-41E4-990F-E47109365AB1}"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bg>
      <p:bgPr>
        <a:solidFill>
          <a:schemeClr val="lt1"/>
        </a:solidFill>
      </p:bgPr>
    </p:bg>
    <p:spTree>
      <p:nvGrpSpPr>
        <p:cNvPr id="1" name=""/>
        <p:cNvGrpSpPr/>
        <p:nvPr/>
      </p:nvGrpSpPr>
      <p:grpSpPr>
        <a:xfrm>
          <a:off x="0" y="0"/>
          <a:ext cx="0" cy="0"/>
          <a:chOff x="0" y="0"/>
          <a:chExt cx="0" cy="0"/>
        </a:xfrm>
      </p:grpSpPr>
      <p:sp>
        <p:nvSpPr>
          <p:cNvPr id="25" name="bg object 16"/>
          <p:cNvSpPr/>
          <p:nvPr/>
        </p:nvSpPr>
        <p:spPr>
          <a:xfrm>
            <a:off x="178920" y="151560"/>
            <a:ext cx="11780280" cy="6560640"/>
          </a:xfrm>
          <a:custGeom>
            <a:avLst/>
            <a:gdLst>
              <a:gd name="textAreaLeft" fmla="*/ 0 w 11780280"/>
              <a:gd name="textAreaRight" fmla="*/ 11780640 w 11780280"/>
              <a:gd name="textAreaTop" fmla="*/ 0 h 6560640"/>
              <a:gd name="textAreaBottom" fmla="*/ 6561000 h 656064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6" name="PlaceHolder 1"/>
          <p:cNvSpPr>
            <a:spLocks noGrp="1"/>
          </p:cNvSpPr>
          <p:nvPr>
            <p:ph type="ftr" idx="13"/>
          </p:nvPr>
        </p:nvSpPr>
        <p:spPr>
          <a:xfrm>
            <a:off x="4145400" y="6378120"/>
            <a:ext cx="3900960" cy="34272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2"/>
          <p:cNvSpPr>
            <a:spLocks noGrp="1"/>
          </p:cNvSpPr>
          <p:nvPr>
            <p:ph type="dt" idx="14"/>
          </p:nvPr>
        </p:nvSpPr>
        <p:spPr>
          <a:xfrm>
            <a:off x="609480" y="6378120"/>
            <a:ext cx="2803680" cy="34272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8" name="PlaceHolder 3"/>
          <p:cNvSpPr>
            <a:spLocks noGrp="1"/>
          </p:cNvSpPr>
          <p:nvPr>
            <p:ph type="sldNum" idx="15"/>
          </p:nvPr>
        </p:nvSpPr>
        <p:spPr>
          <a:xfrm>
            <a:off x="11436120" y="6359760"/>
            <a:ext cx="538200" cy="366120"/>
          </a:xfrm>
          <a:prstGeom prst="rect">
            <a:avLst/>
          </a:prstGeom>
          <a:noFill/>
          <a:ln w="0">
            <a:noFill/>
          </a:ln>
        </p:spPr>
        <p:txBody>
          <a:bodyPr lIns="0" tIns="0" rIns="0" bIns="0" anchor="t">
            <a:no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2A1076E2-C2FF-4FC7-BA86-F9121934E5CD}"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slideLayout" Target="../slideLayouts/slideLayout2.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slideLayout" Target="../slideLayouts/slideLayout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8.png"/><Relationship Id="rId3" Type="http://schemas.openxmlformats.org/officeDocument/2006/relationships/slideLayout" Target="../slideLayouts/slideLayout2.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10.png"/><Relationship Id="rId3" Type="http://schemas.openxmlformats.org/officeDocument/2006/relationships/slideLayout" Target="../slideLayouts/slideLayout2.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5" name="object 2"/>
          <p:cNvSpPr/>
          <p:nvPr/>
        </p:nvSpPr>
        <p:spPr>
          <a:xfrm>
            <a:off x="194400" y="137880"/>
            <a:ext cx="11877840" cy="6583320"/>
          </a:xfrm>
          <a:custGeom>
            <a:avLst/>
            <a:gdLst>
              <a:gd name="textAreaLeft" fmla="*/ 0 w 11877840"/>
              <a:gd name="textAreaRight" fmla="*/ 11878200 w 11877840"/>
              <a:gd name="textAreaTop" fmla="*/ 0 h 6583320"/>
              <a:gd name="textAreaBottom" fmla="*/ 6583680 h 6583320"/>
            </a:gdLst>
            <a:ahLst/>
            <a:cxnLst/>
            <a:rect l="textAreaLeft" t="textAreaTop" r="textAreaRight" b="textAreaBottom"/>
            <a:pathLst>
              <a:path w="11878310" h="6583680">
                <a:moveTo>
                  <a:pt x="0" y="6583680"/>
                </a:moveTo>
                <a:lnTo>
                  <a:pt x="11878056" y="6583680"/>
                </a:lnTo>
                <a:lnTo>
                  <a:pt x="11878056" y="0"/>
                </a:lnTo>
                <a:lnTo>
                  <a:pt x="0" y="0"/>
                </a:lnTo>
                <a:lnTo>
                  <a:pt x="0" y="658368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6" name="PlaceHolder 1"/>
          <p:cNvSpPr>
            <a:spLocks noGrp="1"/>
          </p:cNvSpPr>
          <p:nvPr>
            <p:ph type="title"/>
          </p:nvPr>
        </p:nvSpPr>
        <p:spPr>
          <a:xfrm>
            <a:off x="2418840" y="176400"/>
            <a:ext cx="7928280" cy="1076040"/>
          </a:xfrm>
          <a:prstGeom prst="rect">
            <a:avLst/>
          </a:prstGeom>
          <a:noFill/>
          <a:ln w="0">
            <a:noFill/>
          </a:ln>
        </p:spPr>
        <p:txBody>
          <a:bodyPr lIns="0" tIns="172800" rIns="0" bIns="0" anchor="t">
            <a:spAutoFit/>
          </a:bodyPr>
          <a:p>
            <a:pPr marL="167760" indent="0" algn="l">
              <a:lnSpc>
                <a:spcPct val="100000"/>
              </a:lnSpc>
              <a:spcBef>
                <a:spcPts val="1361"/>
              </a:spcBef>
              <a:buNone/>
            </a:pPr>
            <a:r>
              <a:rPr lang="en-IN" sz="3500" b="1" u="none" strike="noStrike">
                <a:solidFill>
                  <a:srgbClr val="C00000"/>
                </a:solidFill>
                <a:effectLst/>
                <a:uFillTx/>
                <a:latin typeface="Times New Roman"/>
              </a:rPr>
              <a:t>K</a:t>
            </a:r>
            <a:r>
              <a:rPr lang="en-IN" sz="3500" b="1" u="none" spc="-11" strike="noStrike">
                <a:solidFill>
                  <a:srgbClr val="C00000"/>
                </a:solidFill>
                <a:effectLst/>
                <a:uFillTx/>
                <a:latin typeface="Times New Roman"/>
              </a:rPr>
              <a:t> </a:t>
            </a:r>
            <a:r>
              <a:rPr lang="en-IN" sz="3500" b="1" u="none" strike="noStrike">
                <a:solidFill>
                  <a:srgbClr val="C00000"/>
                </a:solidFill>
                <a:effectLst/>
                <a:uFillTx/>
                <a:latin typeface="Times New Roman"/>
              </a:rPr>
              <a:t>S</a:t>
            </a:r>
            <a:r>
              <a:rPr lang="en-IN" sz="3500" b="1" u="none" spc="-11" strike="noStrike">
                <a:solidFill>
                  <a:srgbClr val="C00000"/>
                </a:solidFill>
                <a:effectLst/>
                <a:uFillTx/>
                <a:latin typeface="Times New Roman"/>
              </a:rPr>
              <a:t> </a:t>
            </a:r>
            <a:r>
              <a:rPr lang="en-IN" sz="3500" b="1" u="none" strike="noStrike">
                <a:solidFill>
                  <a:srgbClr val="C00000"/>
                </a:solidFill>
                <a:effectLst/>
                <a:uFillTx/>
                <a:latin typeface="Times New Roman"/>
              </a:rPr>
              <a:t>INSTITUTE</a:t>
            </a:r>
            <a:r>
              <a:rPr lang="en-IN" sz="3500" b="1" u="none" spc="-20" strike="noStrike">
                <a:solidFill>
                  <a:srgbClr val="C00000"/>
                </a:solidFill>
                <a:effectLst/>
                <a:uFillTx/>
                <a:latin typeface="Times New Roman"/>
              </a:rPr>
              <a:t> </a:t>
            </a:r>
            <a:r>
              <a:rPr lang="en-IN" sz="3500" b="1" u="none" strike="noStrike">
                <a:solidFill>
                  <a:srgbClr val="C00000"/>
                </a:solidFill>
                <a:effectLst/>
                <a:uFillTx/>
                <a:latin typeface="Times New Roman"/>
              </a:rPr>
              <a:t>OF</a:t>
            </a:r>
            <a:r>
              <a:rPr lang="en-IN" sz="3500" b="1" u="none" spc="-204" strike="noStrike">
                <a:solidFill>
                  <a:srgbClr val="C00000"/>
                </a:solidFill>
                <a:effectLst/>
                <a:uFillTx/>
                <a:latin typeface="Times New Roman"/>
              </a:rPr>
              <a:t> </a:t>
            </a:r>
            <a:r>
              <a:rPr lang="en-IN" sz="3500" b="1" u="none" spc="-11" strike="noStrike">
                <a:solidFill>
                  <a:srgbClr val="C00000"/>
                </a:solidFill>
                <a:effectLst/>
                <a:uFillTx/>
                <a:latin typeface="Times New Roman"/>
              </a:rPr>
              <a:t>TECHNOLOGY</a:t>
            </a:r>
            <a:endParaRPr lang="en-IN" sz="3500" b="0" u="none" strike="noStrike">
              <a:solidFill>
                <a:srgbClr val="000000"/>
              </a:solidFill>
              <a:effectLst/>
              <a:uFillTx/>
              <a:latin typeface="Calibri"/>
            </a:endParaRPr>
          </a:p>
          <a:p>
            <a:pPr marL="12600" indent="0" algn="l">
              <a:lnSpc>
                <a:spcPct val="100000"/>
              </a:lnSpc>
              <a:spcBef>
                <a:spcPts val="646"/>
              </a:spcBef>
              <a:buNone/>
            </a:pPr>
            <a:r>
              <a:rPr lang="en-IN" sz="1800" b="1" u="none" spc="-26" strike="noStrike">
                <a:solidFill>
                  <a:srgbClr val="81034D"/>
                </a:solidFill>
                <a:effectLst/>
                <a:uFillTx/>
                <a:latin typeface="Times New Roman"/>
              </a:rPr>
              <a:t>DEPARTMENT</a:t>
            </a:r>
            <a:r>
              <a:rPr lang="en-IN" sz="1800" b="1" u="none" spc="-65" strike="noStrike">
                <a:solidFill>
                  <a:srgbClr val="81034D"/>
                </a:solidFill>
                <a:effectLst/>
                <a:uFillTx/>
                <a:latin typeface="Times New Roman"/>
              </a:rPr>
              <a:t> </a:t>
            </a:r>
            <a:r>
              <a:rPr lang="en-IN" sz="1800" b="1" u="none" spc="-20" strike="noStrike">
                <a:solidFill>
                  <a:srgbClr val="81034D"/>
                </a:solidFill>
                <a:effectLst/>
                <a:uFillTx/>
                <a:latin typeface="Times New Roman"/>
              </a:rPr>
              <a:t>OF</a:t>
            </a:r>
            <a:r>
              <a:rPr lang="en-IN" sz="1800" b="1" u="none" spc="-170" strike="noStrike">
                <a:solidFill>
                  <a:srgbClr val="81034D"/>
                </a:solidFill>
                <a:effectLst/>
                <a:uFillTx/>
                <a:latin typeface="Times New Roman"/>
              </a:rPr>
              <a:t> </a:t>
            </a:r>
            <a:r>
              <a:rPr lang="en-IN" sz="1800" b="1" u="none" spc="-11" strike="noStrike">
                <a:solidFill>
                  <a:srgbClr val="81034D"/>
                </a:solidFill>
                <a:effectLst/>
                <a:uFillTx/>
                <a:latin typeface="Times New Roman"/>
              </a:rPr>
              <a:t>ARTIFICIAL</a:t>
            </a:r>
            <a:r>
              <a:rPr lang="en-IN" sz="1800" b="1" u="none" spc="-96" strike="noStrike">
                <a:solidFill>
                  <a:srgbClr val="81034D"/>
                </a:solidFill>
                <a:effectLst/>
                <a:uFillTx/>
                <a:latin typeface="Times New Roman"/>
              </a:rPr>
              <a:t> </a:t>
            </a:r>
            <a:r>
              <a:rPr lang="en-IN" sz="1800" b="1" u="none" strike="noStrike">
                <a:solidFill>
                  <a:srgbClr val="81034D"/>
                </a:solidFill>
                <a:effectLst/>
                <a:uFillTx/>
                <a:latin typeface="Times New Roman"/>
              </a:rPr>
              <a:t>INTELLIGENCE</a:t>
            </a:r>
            <a:r>
              <a:rPr lang="en-IN" sz="1800" b="1" u="none" spc="-11" strike="noStrike">
                <a:solidFill>
                  <a:srgbClr val="81034D"/>
                </a:solidFill>
                <a:effectLst/>
                <a:uFillTx/>
                <a:latin typeface="Times New Roman"/>
              </a:rPr>
              <a:t> </a:t>
            </a:r>
            <a:r>
              <a:rPr lang="en-IN" sz="1800" b="1" u="none" strike="noStrike">
                <a:solidFill>
                  <a:srgbClr val="81034D"/>
                </a:solidFill>
                <a:effectLst/>
                <a:uFillTx/>
                <a:latin typeface="Times New Roman"/>
              </a:rPr>
              <a:t>&amp;</a:t>
            </a:r>
            <a:r>
              <a:rPr lang="en-IN" sz="1800" b="1" u="none" spc="-11" strike="noStrike">
                <a:solidFill>
                  <a:srgbClr val="81034D"/>
                </a:solidFill>
                <a:effectLst/>
                <a:uFillTx/>
                <a:latin typeface="Times New Roman"/>
              </a:rPr>
              <a:t> </a:t>
            </a:r>
            <a:r>
              <a:rPr lang="en-IN" sz="1800" b="1" u="none" strike="noStrike">
                <a:solidFill>
                  <a:srgbClr val="81034D"/>
                </a:solidFill>
                <a:effectLst/>
                <a:uFillTx/>
                <a:latin typeface="Times New Roman"/>
              </a:rPr>
              <a:t>MACHINE</a:t>
            </a:r>
            <a:r>
              <a:rPr lang="en-IN" sz="1800" b="1" u="none" spc="-14" strike="noStrike">
                <a:solidFill>
                  <a:srgbClr val="81034D"/>
                </a:solidFill>
                <a:effectLst/>
                <a:uFillTx/>
                <a:latin typeface="Times New Roman"/>
              </a:rPr>
              <a:t> </a:t>
            </a:r>
            <a:r>
              <a:rPr lang="en-IN" sz="1800" b="1" u="none" spc="-11" strike="noStrike">
                <a:solidFill>
                  <a:srgbClr val="81034D"/>
                </a:solidFill>
                <a:effectLst/>
                <a:uFillTx/>
                <a:latin typeface="Times New Roman"/>
              </a:rPr>
              <a:t>LEARNING</a:t>
            </a:r>
            <a:endParaRPr lang="en-IN" sz="1800" b="0" u="none" strike="noStrike">
              <a:solidFill>
                <a:srgbClr val="000000"/>
              </a:solidFill>
              <a:effectLst/>
              <a:uFillTx/>
              <a:latin typeface="Calibri"/>
            </a:endParaRPr>
          </a:p>
        </p:txBody>
      </p:sp>
      <p:sp>
        <p:nvSpPr>
          <p:cNvPr id="37" name="object 4"/>
          <p:cNvSpPr/>
          <p:nvPr/>
        </p:nvSpPr>
        <p:spPr>
          <a:xfrm>
            <a:off x="1461240" y="1212840"/>
            <a:ext cx="9269280" cy="3051000"/>
          </a:xfrm>
          <a:prstGeom prst="rect">
            <a:avLst/>
          </a:prstGeom>
          <a:noFill/>
          <a:ln w="0">
            <a:noFill/>
          </a:ln>
        </p:spPr>
        <p:style>
          <a:lnRef idx="0"/>
          <a:fillRef idx="0"/>
          <a:effectRef idx="0"/>
          <a:fontRef idx="minor"/>
        </p:style>
        <p:txBody>
          <a:bodyPr lIns="0" tIns="159480" rIns="0" bIns="0" anchor="t">
            <a:spAutoFit/>
          </a:bodyPr>
          <a:p>
            <a:pPr algn="ctr">
              <a:lnSpc>
                <a:spcPct val="100000"/>
              </a:lnSpc>
              <a:spcBef>
                <a:spcPts val="1256"/>
              </a:spcBef>
            </a:pPr>
            <a:r>
              <a:rPr lang="en-IN" sz="2800" b="1" u="none" strike="noStrike">
                <a:solidFill>
                  <a:srgbClr val="6F2F9F"/>
                </a:solidFill>
                <a:effectLst/>
                <a:uFillTx/>
                <a:latin typeface="Times New Roman"/>
              </a:rPr>
              <a:t>PROJECT</a:t>
            </a:r>
            <a:r>
              <a:rPr lang="en-IN" sz="2800" b="1" u="none" spc="-119" strike="noStrike">
                <a:solidFill>
                  <a:srgbClr val="6F2F9F"/>
                </a:solidFill>
                <a:effectLst/>
                <a:uFillTx/>
                <a:latin typeface="Times New Roman"/>
              </a:rPr>
              <a:t> </a:t>
            </a:r>
            <a:r>
              <a:rPr lang="en-IN" sz="2800" b="1" u="none" spc="-119" strike="noStrike">
                <a:solidFill>
                  <a:srgbClr val="6F2F9F"/>
                </a:solidFill>
                <a:effectLst/>
                <a:uFillTx/>
                <a:latin typeface="Times New Roman"/>
              </a:rPr>
              <a:t> PHASE -2</a:t>
            </a:r>
            <a:endParaRPr lang="en-IN" sz="2800" b="0" u="none" strike="noStrike">
              <a:solidFill>
                <a:srgbClr val="000000"/>
              </a:solidFill>
              <a:effectLst/>
              <a:uFillTx/>
              <a:latin typeface="Arial"/>
            </a:endParaRPr>
          </a:p>
          <a:p>
            <a:pPr algn="ctr">
              <a:lnSpc>
                <a:spcPct val="100000"/>
              </a:lnSpc>
              <a:spcBef>
                <a:spcPts val="1256"/>
              </a:spcBef>
            </a:pPr>
            <a:r>
              <a:rPr lang="en-IN" sz="2800" b="1" u="none" spc="-119" strike="noStrike">
                <a:solidFill>
                  <a:srgbClr val="6F2F9F"/>
                </a:solidFill>
                <a:effectLst/>
                <a:uFillTx/>
                <a:latin typeface="Times New Roman"/>
              </a:rPr>
              <a:t> REVIEW 1- BAI786</a:t>
            </a:r>
            <a:endParaRPr lang="en-IN" sz="28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PRESENTATION ON</a:t>
            </a:r>
            <a:endParaRPr lang="en-IN" sz="24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Automated Brain Tumour Detection and Classification from MRI Scans Using Deep Learning</a:t>
            </a:r>
            <a:endParaRPr lang="en-IN" sz="24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 BATCH 4</a:t>
            </a:r>
            <a:endParaRPr lang="en-IN" sz="2400" b="0" u="none" strike="noStrike">
              <a:solidFill>
                <a:srgbClr val="000000"/>
              </a:solidFill>
              <a:effectLst/>
              <a:uFillTx/>
              <a:latin typeface="Arial"/>
            </a:endParaRPr>
          </a:p>
        </p:txBody>
      </p:sp>
      <p:grpSp>
        <p:nvGrpSpPr>
          <p:cNvPr id="38" name="object 5"/>
          <p:cNvGrpSpPr/>
          <p:nvPr/>
        </p:nvGrpSpPr>
        <p:grpSpPr>
          <a:xfrm>
            <a:off x="7318800" y="4470840"/>
            <a:ext cx="3498120" cy="201600"/>
            <a:chOff x="7318800" y="4470840"/>
            <a:chExt cx="3498120" cy="201600"/>
          </a:xfrm>
        </p:grpSpPr>
        <p:pic>
          <p:nvPicPr>
            <p:cNvPr id="39" name="object 6"/>
            <p:cNvPicPr/>
            <p:nvPr/>
          </p:nvPicPr>
          <p:blipFill>
            <a:blip r:embed="rId1"/>
            <a:stretch/>
          </p:blipFill>
          <p:spPr>
            <a:xfrm>
              <a:off x="7318800" y="4470840"/>
              <a:ext cx="3498120" cy="201600"/>
            </a:xfrm>
            <a:prstGeom prst="rect">
              <a:avLst/>
            </a:prstGeom>
            <a:noFill/>
            <a:ln w="0">
              <a:noFill/>
            </a:ln>
          </p:spPr>
        </p:pic>
        <p:pic>
          <p:nvPicPr>
            <p:cNvPr id="40" name="object 7"/>
            <p:cNvPicPr/>
            <p:nvPr/>
          </p:nvPicPr>
          <p:blipFill>
            <a:blip r:embed="rId2"/>
            <a:stretch/>
          </p:blipFill>
          <p:spPr>
            <a:xfrm>
              <a:off x="7327800" y="4474080"/>
              <a:ext cx="3478320" cy="176040"/>
            </a:xfrm>
            <a:prstGeom prst="rect">
              <a:avLst/>
            </a:prstGeom>
            <a:noFill/>
            <a:ln w="0">
              <a:noFill/>
            </a:ln>
          </p:spPr>
        </p:pic>
      </p:grpSp>
      <p:sp>
        <p:nvSpPr>
          <p:cNvPr id="41" name="object 9"/>
          <p:cNvSpPr/>
          <p:nvPr/>
        </p:nvSpPr>
        <p:spPr>
          <a:xfrm>
            <a:off x="7318800" y="4752720"/>
            <a:ext cx="4039200" cy="1603440"/>
          </a:xfrm>
          <a:prstGeom prst="rect">
            <a:avLst/>
          </a:prstGeom>
          <a:noFill/>
          <a:ln w="0">
            <a:noFill/>
          </a:ln>
        </p:spPr>
        <p:style>
          <a:lnRef idx="0"/>
          <a:fillRef idx="0"/>
          <a:effectRef idx="0"/>
          <a:fontRef idx="minor"/>
        </p:style>
        <p:txBody>
          <a:bodyPr lIns="0" tIns="13320" rIns="0" bIns="0" anchor="t">
            <a:spAutoFit/>
          </a:bodyPr>
          <a:p>
            <a:pPr marL="12600">
              <a:lnSpc>
                <a:spcPct val="100000"/>
              </a:lnSpc>
              <a:spcBef>
                <a:spcPts val="105"/>
              </a:spcBef>
            </a:pPr>
            <a:r>
              <a:rPr lang="en-US" sz="2000" b="1" u="none" spc="-11" strike="noStrike">
                <a:solidFill>
                  <a:srgbClr val="001F5F"/>
                </a:solidFill>
                <a:effectLst/>
                <a:uFillTx/>
                <a:latin typeface="Times New Roman"/>
              </a:rPr>
              <a:t>Dr. Suresh M B</a:t>
            </a: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H.O.D, Department of AIML</a:t>
            </a: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K.S.I.T</a:t>
            </a:r>
            <a:endParaRPr lang="en-IN" sz="2000" b="0" u="none" strike="noStrike">
              <a:solidFill>
                <a:srgbClr val="000000"/>
              </a:solidFill>
              <a:effectLst/>
              <a:uFillTx/>
              <a:latin typeface="Arial"/>
            </a:endParaRPr>
          </a:p>
          <a:p>
            <a:pPr marL="12600">
              <a:lnSpc>
                <a:spcPct val="100000"/>
              </a:lnSpc>
              <a:spcBef>
                <a:spcPts val="105"/>
              </a:spcBef>
            </a:pP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 </a:t>
            </a:r>
            <a:endParaRPr lang="en-IN" sz="2000" b="0" u="none" strike="noStrike">
              <a:solidFill>
                <a:srgbClr val="000000"/>
              </a:solidFill>
              <a:effectLst/>
              <a:uFillTx/>
              <a:latin typeface="Arial"/>
            </a:endParaRPr>
          </a:p>
        </p:txBody>
      </p:sp>
      <p:pic>
        <p:nvPicPr>
          <p:cNvPr id="42" name="object 10"/>
          <p:cNvPicPr/>
          <p:nvPr/>
        </p:nvPicPr>
        <p:blipFill>
          <a:blip r:embed="rId3"/>
          <a:stretch/>
        </p:blipFill>
        <p:spPr>
          <a:xfrm>
            <a:off x="833760" y="4470840"/>
            <a:ext cx="1774080" cy="176760"/>
          </a:xfrm>
          <a:prstGeom prst="rect">
            <a:avLst/>
          </a:prstGeom>
          <a:noFill/>
          <a:ln w="0">
            <a:noFill/>
          </a:ln>
        </p:spPr>
      </p:pic>
      <p:sp>
        <p:nvSpPr>
          <p:cNvPr id="43" name="object 11"/>
          <p:cNvSpPr/>
          <p:nvPr/>
        </p:nvSpPr>
        <p:spPr>
          <a:xfrm>
            <a:off x="833760" y="4825440"/>
            <a:ext cx="4575960" cy="947160"/>
          </a:xfrm>
          <a:prstGeom prst="rect">
            <a:avLst/>
          </a:prstGeom>
          <a:noFill/>
          <a:ln w="0">
            <a:noFill/>
          </a:ln>
        </p:spPr>
        <p:style>
          <a:lnRef idx="0"/>
          <a:fillRef idx="0"/>
          <a:effectRef idx="0"/>
          <a:fontRef idx="minor"/>
        </p:style>
        <p:txBody>
          <a:bodyPr lIns="0" tIns="39240" rIns="0" bIns="0" anchor="t">
            <a:spAutoFit/>
          </a:bodyPr>
          <a:p>
            <a:pPr marL="355680" indent="-343080" algn="just">
              <a:lnSpc>
                <a:spcPct val="100000"/>
              </a:lnSpc>
              <a:spcBef>
                <a:spcPts val="309"/>
              </a:spcBef>
              <a:buClr>
                <a:srgbClr val="001F5F"/>
              </a:buClr>
              <a:buFont typeface="OpenSymbol"/>
              <a:buAutoNum type="arabicPeriod"/>
              <a:tabLst>
                <a:tab pos="354960" algn="l"/>
              </a:tabLst>
            </a:pPr>
            <a:r>
              <a:rPr lang="en-US" sz="1800" b="1" u="none" spc="-11" strike="noStrike">
                <a:solidFill>
                  <a:srgbClr val="001F5F"/>
                </a:solidFill>
                <a:effectLst/>
                <a:uFillTx/>
                <a:latin typeface="Times New Roman"/>
              </a:rPr>
              <a:t>H</a:t>
            </a:r>
            <a:r>
              <a:rPr lang="en-US" sz="1800" b="1" u="none" spc="-11" strike="noStrike">
                <a:solidFill>
                  <a:srgbClr val="001F5F"/>
                </a:solidFill>
                <a:effectLst/>
                <a:uFillTx/>
                <a:latin typeface="Times New Roman"/>
              </a:rPr>
              <a:t>a</a:t>
            </a:r>
            <a:r>
              <a:rPr lang="en-US" sz="1800" b="1" u="none" spc="-11" strike="noStrike">
                <a:solidFill>
                  <a:srgbClr val="001F5F"/>
                </a:solidFill>
                <a:effectLst/>
                <a:uFillTx/>
                <a:latin typeface="Times New Roman"/>
              </a:rPr>
              <a:t>r</a:t>
            </a:r>
            <a:r>
              <a:rPr lang="en-US" sz="1800" b="1" u="none" spc="-11" strike="noStrike">
                <a:solidFill>
                  <a:srgbClr val="001F5F"/>
                </a:solidFill>
                <a:effectLst/>
                <a:uFillTx/>
                <a:latin typeface="Times New Roman"/>
              </a:rPr>
              <a:t>s</a:t>
            </a:r>
            <a:r>
              <a:rPr lang="en-US" sz="1800" b="1" u="none" spc="-11" strike="noStrike">
                <a:solidFill>
                  <a:srgbClr val="001F5F"/>
                </a:solidFill>
                <a:effectLst/>
                <a:uFillTx/>
                <a:latin typeface="Times New Roman"/>
              </a:rPr>
              <a:t>h</a:t>
            </a:r>
            <a:r>
              <a:rPr lang="en-US" sz="1800" b="1" u="none" spc="-11" strike="noStrike">
                <a:solidFill>
                  <a:srgbClr val="001F5F"/>
                </a:solidFill>
                <a:effectLst/>
                <a:uFillTx/>
                <a:latin typeface="Times New Roman"/>
              </a:rPr>
              <a:t>a</a:t>
            </a:r>
            <a:r>
              <a:rPr lang="en-US" sz="1800" b="1" u="none" spc="-11" strike="noStrike">
                <a:solidFill>
                  <a:srgbClr val="001F5F"/>
                </a:solidFill>
                <a:effectLst/>
                <a:uFillTx/>
                <a:latin typeface="Times New Roman"/>
              </a:rPr>
              <a:t>v</a:t>
            </a:r>
            <a:r>
              <a:rPr lang="en-US" sz="1800" b="1" u="none" spc="-11" strike="noStrike">
                <a:solidFill>
                  <a:srgbClr val="001F5F"/>
                </a:solidFill>
                <a:effectLst/>
                <a:uFillTx/>
                <a:latin typeface="Times New Roman"/>
              </a:rPr>
              <a:t>a</a:t>
            </a:r>
            <a:r>
              <a:rPr lang="en-US" sz="1800" b="1" u="none" spc="-11" strike="noStrike">
                <a:solidFill>
                  <a:srgbClr val="001F5F"/>
                </a:solidFill>
                <a:effectLst/>
                <a:uFillTx/>
                <a:latin typeface="Times New Roman"/>
              </a:rPr>
              <a:t>r</a:t>
            </a:r>
            <a:r>
              <a:rPr lang="en-US" sz="1800" b="1" u="none" spc="-11" strike="noStrike">
                <a:solidFill>
                  <a:srgbClr val="001F5F"/>
                </a:solidFill>
                <a:effectLst/>
                <a:uFillTx/>
                <a:latin typeface="Times New Roman"/>
              </a:rPr>
              <a:t>d</a:t>
            </a:r>
            <a:r>
              <a:rPr lang="en-US" sz="1800" b="1" u="none" spc="-11" strike="noStrike">
                <a:solidFill>
                  <a:srgbClr val="001F5F"/>
                </a:solidFill>
                <a:effectLst/>
                <a:uFillTx/>
                <a:latin typeface="Times New Roman"/>
              </a:rPr>
              <a:t>h</a:t>
            </a:r>
            <a:r>
              <a:rPr lang="en-US" sz="1800" b="1" u="none" spc="-11" strike="noStrike">
                <a:solidFill>
                  <a:srgbClr val="001F5F"/>
                </a:solidFill>
                <a:effectLst/>
                <a:uFillTx/>
                <a:latin typeface="Times New Roman"/>
              </a:rPr>
              <a:t>a</a:t>
            </a:r>
            <a:r>
              <a:rPr lang="en-US" sz="1800" b="1" u="none" spc="-11" strike="noStrike">
                <a:solidFill>
                  <a:srgbClr val="001F5F"/>
                </a:solidFill>
                <a:effectLst/>
                <a:uFillTx/>
                <a:latin typeface="Times New Roman"/>
              </a:rPr>
              <a:t>n</a:t>
            </a:r>
            <a:r>
              <a:rPr lang="en-US" sz="1800" b="1" u="none" spc="-11" strike="noStrike">
                <a:solidFill>
                  <a:srgbClr val="001F5F"/>
                </a:solidFill>
                <a:effectLst/>
                <a:uFillTx/>
                <a:latin typeface="Times New Roman"/>
              </a:rPr>
              <a:t> </a:t>
            </a:r>
            <a:r>
              <a:rPr lang="en-US" sz="1800" b="1" u="none" spc="-11" strike="noStrike">
                <a:solidFill>
                  <a:srgbClr val="001F5F"/>
                </a:solidFill>
                <a:effectLst/>
                <a:uFillTx/>
                <a:latin typeface="Times New Roman"/>
              </a:rPr>
              <a:t>K</a:t>
            </a:r>
            <a:r>
              <a:rPr lang="en-US"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a:t>
            </a:r>
            <a:r>
              <a:rPr lang="en-IN" sz="1800" b="1" u="none" spc="-11" strike="noStrike">
                <a:solidFill>
                  <a:srgbClr val="001F5F"/>
                </a:solidFill>
                <a:effectLst/>
                <a:uFillTx/>
                <a:latin typeface="Times New Roman"/>
              </a:rPr>
              <a:t>1</a:t>
            </a:r>
            <a:r>
              <a:rPr lang="en-IN" sz="1800" b="1" u="none" spc="-11" strike="noStrike">
                <a:solidFill>
                  <a:srgbClr val="001F5F"/>
                </a:solidFill>
                <a:effectLst/>
                <a:uFillTx/>
                <a:latin typeface="Times New Roman"/>
              </a:rPr>
              <a:t>K</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2</a:t>
            </a:r>
            <a:r>
              <a:rPr lang="en-IN" sz="1800" b="1" u="none" spc="-11" strike="noStrike">
                <a:solidFill>
                  <a:srgbClr val="001F5F"/>
                </a:solidFill>
                <a:effectLst/>
                <a:uFillTx/>
                <a:latin typeface="Times New Roman"/>
              </a:rPr>
              <a:t>3</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I</a:t>
            </a:r>
            <a:r>
              <a:rPr lang="en-IN" sz="1800" b="1" u="none" spc="-11" strike="noStrike">
                <a:solidFill>
                  <a:srgbClr val="001F5F"/>
                </a:solidFill>
                <a:effectLst/>
                <a:uFillTx/>
                <a:latin typeface="Times New Roman"/>
              </a:rPr>
              <a:t>0</a:t>
            </a:r>
            <a:r>
              <a:rPr lang="en-IN" sz="1800" b="1" u="none" spc="-11" strike="noStrike">
                <a:solidFill>
                  <a:srgbClr val="001F5F"/>
                </a:solidFill>
                <a:effectLst/>
                <a:uFillTx/>
                <a:latin typeface="Times New Roman"/>
              </a:rPr>
              <a:t>1</a:t>
            </a:r>
            <a:r>
              <a:rPr lang="en-IN" sz="1800" b="1" u="none" spc="-11" strike="noStrike">
                <a:solidFill>
                  <a:srgbClr val="001F5F"/>
                </a:solidFill>
                <a:effectLst/>
                <a:uFillTx/>
                <a:latin typeface="Times New Roman"/>
              </a:rPr>
              <a:t>4</a:t>
            </a:r>
            <a:r>
              <a:rPr lang="en-IN" sz="1800" b="1" u="none" spc="-11" strike="noStrike">
                <a:solidFill>
                  <a:srgbClr val="001F5F"/>
                </a:solidFill>
                <a:effectLst/>
                <a:uFillTx/>
                <a:latin typeface="Times New Roman"/>
              </a:rPr>
              <a:t>)</a:t>
            </a:r>
            <a:endParaRPr lang="en-IN" sz="1800" b="0" u="none" strike="noStrike">
              <a:solidFill>
                <a:srgbClr val="000000"/>
              </a:solidFill>
              <a:effectLst/>
              <a:uFillTx/>
              <a:latin typeface="Arial"/>
            </a:endParaRPr>
          </a:p>
          <a:p>
            <a:pPr marL="355680" indent="-343080" algn="just">
              <a:lnSpc>
                <a:spcPct val="100000"/>
              </a:lnSpc>
              <a:spcBef>
                <a:spcPts val="309"/>
              </a:spcBef>
              <a:buClr>
                <a:srgbClr val="001F5F"/>
              </a:buClr>
              <a:buFont typeface="OpenSymbol"/>
              <a:buAutoNum type="arabicPeriod"/>
              <a:tabLst>
                <a:tab pos="354960" algn="l"/>
              </a:tabLst>
            </a:pPr>
            <a:r>
              <a:rPr lang="en-IN" sz="1800" b="1" u="none" spc="-11" strike="noStrike">
                <a:solidFill>
                  <a:srgbClr val="001F5F"/>
                </a:solidFill>
                <a:effectLst/>
                <a:uFillTx/>
                <a:latin typeface="Times New Roman"/>
              </a:rPr>
              <a:t>K</a:t>
            </a:r>
            <a:r>
              <a:rPr lang="en-IN" sz="1800" b="1" u="none" spc="-11" strike="noStrike">
                <a:solidFill>
                  <a:srgbClr val="001F5F"/>
                </a:solidFill>
                <a:effectLst/>
                <a:uFillTx/>
                <a:latin typeface="Times New Roman"/>
              </a:rPr>
              <a:t>h</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r</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n</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h</a:t>
            </a:r>
            <a:r>
              <a:rPr lang="en-IN" sz="1800" b="1" u="none" spc="-11" strike="noStrike">
                <a:solidFill>
                  <a:srgbClr val="001F5F"/>
                </a:solidFill>
                <a:effectLst/>
                <a:uFillTx/>
                <a:latin typeface="Times New Roman"/>
              </a:rPr>
              <a:t>u</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P</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a:t>
            </a:r>
            <a:r>
              <a:rPr lang="en-IN" sz="1800" b="1" u="none" spc="-11" strike="noStrike">
                <a:solidFill>
                  <a:srgbClr val="001F5F"/>
                </a:solidFill>
                <a:effectLst/>
                <a:uFillTx/>
                <a:latin typeface="Times New Roman"/>
              </a:rPr>
              <a:t>1</a:t>
            </a:r>
            <a:r>
              <a:rPr lang="en-IN" sz="1800" b="1" u="none" spc="-11" strike="noStrike">
                <a:solidFill>
                  <a:srgbClr val="001F5F"/>
                </a:solidFill>
                <a:effectLst/>
                <a:uFillTx/>
                <a:latin typeface="Times New Roman"/>
              </a:rPr>
              <a:t>K</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2</a:t>
            </a:r>
            <a:r>
              <a:rPr lang="en-IN" sz="1800" b="1" u="none" spc="-11" strike="noStrike">
                <a:solidFill>
                  <a:srgbClr val="001F5F"/>
                </a:solidFill>
                <a:effectLst/>
                <a:uFillTx/>
                <a:latin typeface="Times New Roman"/>
              </a:rPr>
              <a:t>3</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I</a:t>
            </a:r>
            <a:r>
              <a:rPr lang="en-IN" sz="1800" b="1" u="none" spc="-11" strike="noStrike">
                <a:solidFill>
                  <a:srgbClr val="001F5F"/>
                </a:solidFill>
                <a:effectLst/>
                <a:uFillTx/>
                <a:latin typeface="Times New Roman"/>
              </a:rPr>
              <a:t>0</a:t>
            </a:r>
            <a:r>
              <a:rPr lang="en-IN" sz="1800" b="1" u="none" spc="-11" strike="noStrike">
                <a:solidFill>
                  <a:srgbClr val="001F5F"/>
                </a:solidFill>
                <a:effectLst/>
                <a:uFillTx/>
                <a:latin typeface="Times New Roman"/>
              </a:rPr>
              <a:t>2</a:t>
            </a:r>
            <a:r>
              <a:rPr lang="en-IN" sz="1800" b="1" u="none" spc="-11" strike="noStrike">
                <a:solidFill>
                  <a:srgbClr val="001F5F"/>
                </a:solidFill>
                <a:effectLst/>
                <a:uFillTx/>
                <a:latin typeface="Times New Roman"/>
              </a:rPr>
              <a:t>2</a:t>
            </a:r>
            <a:r>
              <a:rPr lang="en-IN" sz="1800" b="1" u="none" spc="-11" strike="noStrike">
                <a:solidFill>
                  <a:srgbClr val="001F5F"/>
                </a:solidFill>
                <a:effectLst/>
                <a:uFillTx/>
                <a:latin typeface="Times New Roman"/>
              </a:rPr>
              <a:t>)</a:t>
            </a:r>
            <a:endParaRPr lang="en-IN" sz="1800" b="0" u="none" strike="noStrike">
              <a:solidFill>
                <a:srgbClr val="000000"/>
              </a:solidFill>
              <a:effectLst/>
              <a:uFillTx/>
              <a:latin typeface="Arial"/>
            </a:endParaRPr>
          </a:p>
          <a:p>
            <a:pPr marL="354960" indent="-342360" algn="just">
              <a:lnSpc>
                <a:spcPct val="100000"/>
              </a:lnSpc>
              <a:spcBef>
                <a:spcPts val="309"/>
              </a:spcBef>
              <a:buClr>
                <a:srgbClr val="001F5F"/>
              </a:buClr>
              <a:buFont typeface="OpenSymbol"/>
              <a:buAutoNum type="arabicPeriod"/>
              <a:tabLst>
                <a:tab pos="354960" algn="l"/>
              </a:tabLst>
            </a:pP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h</a:t>
            </a:r>
            <a:r>
              <a:rPr lang="en-IN" sz="1800" b="1" u="none" spc="-11" strike="noStrike">
                <a:solidFill>
                  <a:srgbClr val="001F5F"/>
                </a:solidFill>
                <a:effectLst/>
                <a:uFillTx/>
                <a:latin typeface="Times New Roman"/>
              </a:rPr>
              <a:t>r</a:t>
            </a:r>
            <a:r>
              <a:rPr lang="en-IN" sz="1800" b="1" u="none" spc="-11" strike="noStrike">
                <a:solidFill>
                  <a:srgbClr val="001F5F"/>
                </a:solidFill>
                <a:effectLst/>
                <a:uFillTx/>
                <a:latin typeface="Times New Roman"/>
              </a:rPr>
              <a:t>e</a:t>
            </a:r>
            <a:r>
              <a:rPr lang="en-IN" sz="1800" b="1" u="none" spc="-11" strike="noStrike">
                <a:solidFill>
                  <a:srgbClr val="001F5F"/>
                </a:solidFill>
                <a:effectLst/>
                <a:uFillTx/>
                <a:latin typeface="Times New Roman"/>
              </a:rPr>
              <a:t>y</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M</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a:t>
            </a:r>
            <a:r>
              <a:rPr lang="en-IN" sz="1800" b="1" u="none" spc="-11" strike="noStrike">
                <a:solidFill>
                  <a:srgbClr val="001F5F"/>
                </a:solidFill>
                <a:effectLst/>
                <a:uFillTx/>
                <a:latin typeface="Times New Roman"/>
              </a:rPr>
              <a:t>1</a:t>
            </a:r>
            <a:r>
              <a:rPr lang="en-IN" sz="1800" b="1" u="none" spc="-11" strike="noStrike">
                <a:solidFill>
                  <a:srgbClr val="001F5F"/>
                </a:solidFill>
                <a:effectLst/>
                <a:uFillTx/>
                <a:latin typeface="Times New Roman"/>
              </a:rPr>
              <a:t>K</a:t>
            </a:r>
            <a:r>
              <a:rPr lang="en-IN" sz="1800" b="1" u="none" spc="-11" strike="noStrike">
                <a:solidFill>
                  <a:srgbClr val="001F5F"/>
                </a:solidFill>
                <a:effectLst/>
                <a:uFillTx/>
                <a:latin typeface="Times New Roman"/>
              </a:rPr>
              <a:t>S</a:t>
            </a:r>
            <a:r>
              <a:rPr lang="en-IN" sz="1800" b="1" u="none" spc="-11" strike="noStrike">
                <a:solidFill>
                  <a:srgbClr val="001F5F"/>
                </a:solidFill>
                <a:effectLst/>
                <a:uFillTx/>
                <a:latin typeface="Times New Roman"/>
              </a:rPr>
              <a:t>2</a:t>
            </a:r>
            <a:r>
              <a:rPr lang="en-IN" sz="1800" b="1" u="none" spc="-11" strike="noStrike">
                <a:solidFill>
                  <a:srgbClr val="001F5F"/>
                </a:solidFill>
                <a:effectLst/>
                <a:uFillTx/>
                <a:latin typeface="Times New Roman"/>
              </a:rPr>
              <a:t>3</a:t>
            </a:r>
            <a:r>
              <a:rPr lang="en-IN" sz="1800" b="1" u="none" spc="-11" strike="noStrike">
                <a:solidFill>
                  <a:srgbClr val="001F5F"/>
                </a:solidFill>
                <a:effectLst/>
                <a:uFillTx/>
                <a:latin typeface="Times New Roman"/>
              </a:rPr>
              <a:t>A</a:t>
            </a:r>
            <a:r>
              <a:rPr lang="en-IN" sz="1800" b="1" u="none" spc="-11" strike="noStrike">
                <a:solidFill>
                  <a:srgbClr val="001F5F"/>
                </a:solidFill>
                <a:effectLst/>
                <a:uFillTx/>
                <a:latin typeface="Times New Roman"/>
              </a:rPr>
              <a:t>I</a:t>
            </a:r>
            <a:r>
              <a:rPr lang="en-IN" sz="1800" b="1" u="none" spc="-11" strike="noStrike">
                <a:solidFill>
                  <a:srgbClr val="001F5F"/>
                </a:solidFill>
                <a:effectLst/>
                <a:uFillTx/>
                <a:latin typeface="Times New Roman"/>
              </a:rPr>
              <a:t>0</a:t>
            </a:r>
            <a:r>
              <a:rPr lang="en-IN" sz="1800" b="1" u="none" spc="-11" strike="noStrike">
                <a:solidFill>
                  <a:srgbClr val="001F5F"/>
                </a:solidFill>
                <a:effectLst/>
                <a:uFillTx/>
                <a:latin typeface="Times New Roman"/>
              </a:rPr>
              <a:t>5</a:t>
            </a:r>
            <a:r>
              <a:rPr lang="en-IN" sz="1800" b="1" u="none" spc="-11" strike="noStrike">
                <a:solidFill>
                  <a:srgbClr val="001F5F"/>
                </a:solidFill>
                <a:effectLst/>
                <a:uFillTx/>
                <a:latin typeface="Times New Roman"/>
              </a:rPr>
              <a:t>1</a:t>
            </a:r>
            <a:r>
              <a:rPr lang="en-IN" sz="1800" b="1" u="none" spc="-11" strike="noStrike">
                <a:solidFill>
                  <a:srgbClr val="001F5F"/>
                </a:solidFill>
                <a:effectLst/>
                <a:uFillTx/>
                <a:latin typeface="Times New Roman"/>
              </a:rPr>
              <a:t>)</a:t>
            </a:r>
            <a:r>
              <a:rPr lang="en-IN" sz="1800" b="1" u="none" spc="-11" strike="noStrike">
                <a:solidFill>
                  <a:srgbClr val="001F5F"/>
                </a:solidFill>
                <a:effectLst/>
                <a:uFillTx/>
                <a:latin typeface="Times New Roman"/>
              </a:rPr>
              <a:t> </a:t>
            </a:r>
            <a:endParaRPr lang="en-IN" sz="1800" b="0" u="none" strike="noStrike">
              <a:solidFill>
                <a:srgbClr val="000000"/>
              </a:solidFill>
              <a:effectLst/>
              <a:uFillTx/>
              <a:latin typeface="Arial"/>
            </a:endParaRPr>
          </a:p>
        </p:txBody>
      </p:sp>
      <p:pic>
        <p:nvPicPr>
          <p:cNvPr id="44" name="object 13"/>
          <p:cNvPicPr/>
          <p:nvPr/>
        </p:nvPicPr>
        <p:blipFill>
          <a:blip r:embed="rId4"/>
          <a:stretch/>
        </p:blipFill>
        <p:spPr>
          <a:xfrm>
            <a:off x="482040" y="371880"/>
            <a:ext cx="1185840" cy="1479600"/>
          </a:xfrm>
          <a:prstGeom prst="rect">
            <a:avLst/>
          </a:prstGeom>
          <a:noFill/>
          <a:ln w="0">
            <a:noFill/>
          </a:ln>
        </p:spPr>
      </p:pic>
      <p:sp>
        <p:nvSpPr>
          <p:cNvPr id="45" name="PlaceHolder 2"/>
          <p:cNvSpPr>
            <a:spLocks noGrp="1"/>
          </p:cNvSpPr>
          <p:nvPr>
            <p:ph type="sldNum" idx="19"/>
          </p:nvPr>
        </p:nvSpPr>
        <p:spPr>
          <a:xfrm>
            <a:off x="11436120" y="6359760"/>
            <a:ext cx="538200" cy="366840"/>
          </a:xfrm>
          <a:prstGeom prst="rect">
            <a:avLst/>
          </a:prstGeom>
          <a:noFill/>
          <a:ln w="0">
            <a:noFill/>
          </a:ln>
        </p:spPr>
        <p:txBody>
          <a:bodyPr lIns="0" tIns="59760" rIns="0" bIns="0" anchor="t">
            <a:spAutoFit/>
          </a:bodyPr>
          <a:lstStyle>
            <a:lvl1pPr marL="351720" indent="0" algn="l">
              <a:lnSpc>
                <a:spcPct val="100000"/>
              </a:lnSpc>
              <a:spcBef>
                <a:spcPts val="11"/>
              </a:spcBef>
              <a:buNone/>
              <a:defRPr lang="en-IN" sz="1800" b="1" u="none" spc="-51" strike="noStrike">
                <a:solidFill>
                  <a:srgbClr val="2D5395"/>
                </a:solidFill>
                <a:effectLst/>
                <a:uFillTx/>
                <a:latin typeface="Cambria"/>
              </a:defRPr>
            </a:lvl1pPr>
          </a:lstStyle>
          <a:p>
            <a:pPr marL="351720" indent="0" algn="l">
              <a:lnSpc>
                <a:spcPct val="100000"/>
              </a:lnSpc>
              <a:spcBef>
                <a:spcPts val="11"/>
              </a:spcBef>
              <a:buNone/>
            </a:pPr>
            <a:fld id="{D672C4FB-7D30-41AA-901D-ADF4FD94CE9E}"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 name="object 3"/>
          <p:cNvGrpSpPr/>
          <p:nvPr/>
        </p:nvGrpSpPr>
        <p:grpSpPr>
          <a:xfrm>
            <a:off x="121320" y="90720"/>
            <a:ext cx="11941920" cy="6678000"/>
            <a:chOff x="121320" y="90720"/>
            <a:chExt cx="11941920" cy="6678000"/>
          </a:xfrm>
        </p:grpSpPr>
        <p:sp>
          <p:nvSpPr>
            <p:cNvPr id="47"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48" name="object 5"/>
            <p:cNvPicPr/>
            <p:nvPr/>
          </p:nvPicPr>
          <p:blipFill>
            <a:blip r:embed="rId1"/>
            <a:stretch/>
          </p:blipFill>
          <p:spPr>
            <a:xfrm>
              <a:off x="405360" y="187560"/>
              <a:ext cx="873000" cy="1000800"/>
            </a:xfrm>
            <a:prstGeom prst="rect">
              <a:avLst/>
            </a:prstGeom>
            <a:noFill/>
            <a:ln w="0">
              <a:noFill/>
            </a:ln>
          </p:spPr>
        </p:pic>
      </p:grpSp>
      <p:sp>
        <p:nvSpPr>
          <p:cNvPr id="49" name="object 7"/>
          <p:cNvSpPr/>
          <p:nvPr/>
        </p:nvSpPr>
        <p:spPr>
          <a:xfrm>
            <a:off x="11629800" y="6396120"/>
            <a:ext cx="16092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a:t>
            </a:r>
            <a:endParaRPr lang="en-IN" sz="1800" b="0" u="none" strike="noStrike">
              <a:solidFill>
                <a:srgbClr val="000000"/>
              </a:solidFill>
              <a:effectLst/>
              <a:uFillTx/>
              <a:latin typeface="Arial"/>
            </a:endParaRPr>
          </a:p>
        </p:txBody>
      </p:sp>
      <p:sp>
        <p:nvSpPr>
          <p:cNvPr id="50" name="object 6"/>
          <p:cNvSpPr/>
          <p:nvPr/>
        </p:nvSpPr>
        <p:spPr>
          <a:xfrm>
            <a:off x="687960" y="1989720"/>
            <a:ext cx="10912680" cy="4150440"/>
          </a:xfrm>
          <a:prstGeom prst="rect">
            <a:avLst/>
          </a:prstGeom>
          <a:noFill/>
          <a:ln w="0">
            <a:noFill/>
          </a:ln>
        </p:spPr>
        <p:style>
          <a:lnRef idx="0"/>
          <a:fillRef idx="0"/>
          <a:effectRef idx="0"/>
          <a:fontRef idx="minor"/>
        </p:style>
        <p:txBody>
          <a:bodyPr lIns="0" tIns="12600" rIns="0" bIns="0" anchor="t">
            <a:spAutoFit/>
          </a:bodyPr>
          <a:p>
            <a:pPr marL="355680" indent="-343080" algn="just">
              <a:lnSpc>
                <a:spcPct val="150000"/>
              </a:lnSpc>
              <a:spcBef>
                <a:spcPts val="99"/>
              </a:spcBef>
              <a:buClr>
                <a:srgbClr val="000000"/>
              </a:buClr>
              <a:buFont typeface="Wingdings" charset="2"/>
              <a:buChar char=""/>
              <a:tabLst>
                <a:tab pos="355680" algn="l"/>
              </a:tabLst>
            </a:pPr>
            <a:r>
              <a:rPr lang="en-US" sz="2000" b="0" u="none" strike="noStrike">
                <a:solidFill>
                  <a:srgbClr val="000000"/>
                </a:solidFill>
                <a:effectLst/>
                <a:uFillTx/>
                <a:latin typeface="Times New Roman"/>
              </a:rPr>
              <a:t> </a:t>
            </a:r>
            <a:r>
              <a:rPr lang="en-US" sz="2000" b="1" u="none" strike="noStrike">
                <a:solidFill>
                  <a:srgbClr val="000000"/>
                </a:solidFill>
                <a:effectLst/>
                <a:uFillTx/>
                <a:latin typeface="Times New Roman"/>
              </a:rPr>
              <a:t>Problem Statement</a:t>
            </a:r>
            <a:r>
              <a:rPr lang="en-US" sz="2000" b="0" u="none" strike="noStrike">
                <a:solidFill>
                  <a:srgbClr val="000000"/>
                </a:solidFill>
                <a:effectLst/>
                <a:uFillTx/>
                <a:latin typeface="Times New Roman"/>
              </a:rPr>
              <a:t>: Develop an automated machine learning system to accurately detect and classify brain tumours from MRI scans to support early diagnosis and clinical decision-making.</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US" sz="2000" b="1" u="none" strike="noStrike">
                <a:solidFill>
                  <a:srgbClr val="000000"/>
                </a:solidFill>
                <a:effectLst/>
                <a:uFillTx/>
                <a:latin typeface="Times New Roman"/>
              </a:rPr>
              <a:t>Abstract</a:t>
            </a:r>
            <a:r>
              <a:rPr lang="en-US" sz="2000" b="0" u="none" strike="noStrike">
                <a:solidFill>
                  <a:srgbClr val="000000"/>
                </a:solidFill>
                <a:effectLst/>
                <a:uFillTx/>
                <a:latin typeface="Times New Roman"/>
              </a:rPr>
              <a:t>: This project proposes a machine learning-based system for detecting and classifying brain tumours from MRI images. Using Convolutional Neural Networks (CNNs) and segmentation models such as U-Net, the system aims to improve diagnostic accuracy and speed. Image preprocessing techniques enhance model performance, and evaluation is conducted using metrics like accuracy and Dice coefficient. The solution is designed to support radiologists in clinical decision-making.</a:t>
            </a:r>
            <a:endParaRPr lang="en-IN" sz="20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51" name="object 2"/>
          <p:cNvSpPr/>
          <p:nvPr/>
        </p:nvSpPr>
        <p:spPr>
          <a:xfrm>
            <a:off x="1555200" y="188280"/>
            <a:ext cx="9358920" cy="699840"/>
          </a:xfrm>
          <a:prstGeom prst="rect">
            <a:avLst/>
          </a:prstGeom>
          <a:noFill/>
          <a:ln w="28575">
            <a:solidFill>
              <a:srgbClr val="2D528F"/>
            </a:solidFill>
            <a:round/>
          </a:ln>
        </p:spPr>
        <p:style>
          <a:lnRef idx="0"/>
          <a:fillRef idx="0"/>
          <a:effectRef idx="0"/>
          <a:fontRef idx="minor"/>
        </p:style>
        <p:txBody>
          <a:bodyPr lIns="0" tIns="144720" rIns="0" bIns="0" anchor="t">
            <a:spAutoFit/>
          </a:bodyPr>
          <a:p>
            <a:pPr algn="ctr">
              <a:lnSpc>
                <a:spcPct val="100000"/>
              </a:lnSpc>
              <a:spcBef>
                <a:spcPts val="1140"/>
              </a:spcBef>
            </a:pPr>
            <a:r>
              <a:rPr lang="en-US" sz="3600" b="1" u="none" strike="noStrike">
                <a:solidFill>
                  <a:srgbClr val="C00000"/>
                </a:solidFill>
                <a:effectLst/>
                <a:uFillTx/>
                <a:latin typeface="Cambria"/>
              </a:rPr>
              <a:t>INTRODUCTION</a:t>
            </a:r>
            <a:endParaRPr lang="en-IN"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US" sz="3600" b="1" u="none" strike="noStrike">
                <a:solidFill>
                  <a:srgbClr val="C00000"/>
                </a:solidFill>
                <a:effectLst/>
                <a:uFillTx/>
                <a:latin typeface="Cambria"/>
              </a:rPr>
              <a:t>OBJECTIVES &amp; METHODOLOGY</a:t>
            </a:r>
            <a:endParaRPr lang="en-IN" sz="3600" b="0" u="none" strike="noStrike">
              <a:solidFill>
                <a:srgbClr val="000000"/>
              </a:solidFill>
              <a:effectLst/>
              <a:uFillTx/>
              <a:latin typeface="Calibri"/>
            </a:endParaRPr>
          </a:p>
        </p:txBody>
      </p:sp>
      <p:grpSp>
        <p:nvGrpSpPr>
          <p:cNvPr id="53" name="object 3"/>
          <p:cNvGrpSpPr/>
          <p:nvPr/>
        </p:nvGrpSpPr>
        <p:grpSpPr>
          <a:xfrm>
            <a:off x="121320" y="90720"/>
            <a:ext cx="11941920" cy="6678000"/>
            <a:chOff x="121320" y="90720"/>
            <a:chExt cx="11941920" cy="6678000"/>
          </a:xfrm>
        </p:grpSpPr>
        <p:sp>
          <p:nvSpPr>
            <p:cNvPr id="54"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55" name="object 5"/>
            <p:cNvPicPr/>
            <p:nvPr/>
          </p:nvPicPr>
          <p:blipFill>
            <a:blip r:embed="rId1"/>
            <a:stretch/>
          </p:blipFill>
          <p:spPr>
            <a:xfrm>
              <a:off x="405360" y="187560"/>
              <a:ext cx="873000" cy="1000800"/>
            </a:xfrm>
            <a:prstGeom prst="rect">
              <a:avLst/>
            </a:prstGeom>
            <a:noFill/>
            <a:ln w="0">
              <a:noFill/>
            </a:ln>
          </p:spPr>
        </p:pic>
      </p:grpSp>
      <p:sp>
        <p:nvSpPr>
          <p:cNvPr id="56" name="object 6"/>
          <p:cNvSpPr/>
          <p:nvPr/>
        </p:nvSpPr>
        <p:spPr>
          <a:xfrm>
            <a:off x="687960" y="1989720"/>
            <a:ext cx="10912680" cy="3708720"/>
          </a:xfrm>
          <a:prstGeom prst="rect">
            <a:avLst/>
          </a:prstGeom>
          <a:noFill/>
          <a:ln w="0">
            <a:noFill/>
          </a:ln>
        </p:spPr>
        <p:style>
          <a:lnRef idx="0"/>
          <a:fillRef idx="0"/>
          <a:effectRef idx="0"/>
          <a:fontRef idx="minor"/>
        </p:style>
        <p:txBody>
          <a:bodyPr lIns="0" tIns="12600" rIns="0" bIns="0" anchor="t">
            <a:spAutoFit/>
          </a:bodyPr>
          <a:p>
            <a:pPr marL="355680" indent="-343080" algn="just">
              <a:lnSpc>
                <a:spcPct val="150000"/>
              </a:lnSpc>
              <a:spcBef>
                <a:spcPts val="99"/>
              </a:spcBef>
              <a:buClr>
                <a:srgbClr val="000000"/>
              </a:buClr>
              <a:buFont typeface="Wingdings" charset="2"/>
              <a:buChar char=""/>
              <a:tabLst>
                <a:tab pos="355680" algn="l"/>
              </a:tabLst>
            </a:pPr>
            <a:r>
              <a:rPr lang="en-US" sz="2000" b="0" u="none" strike="noStrike">
                <a:solidFill>
                  <a:srgbClr val="000000"/>
                </a:solidFill>
                <a:effectLst/>
                <a:uFillTx/>
                <a:latin typeface="Times New Roman"/>
              </a:rPr>
              <a:t> </a:t>
            </a:r>
            <a:r>
              <a:rPr lang="en-IN" sz="2000" b="0" u="none" strike="noStrike">
                <a:solidFill>
                  <a:srgbClr val="000000"/>
                </a:solidFill>
                <a:effectLst/>
                <a:uFillTx/>
                <a:latin typeface="Times New Roman"/>
              </a:rPr>
              <a:t>To develop a robust deep learning model (3D U-Net) for accurate multi-class segmentation of brain tumour regions from multi-modal MRI scans.</a:t>
            </a: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IN" sz="2000" b="0" u="none" strike="noStrike">
                <a:solidFill>
                  <a:srgbClr val="000000"/>
                </a:solidFill>
                <a:effectLst/>
                <a:uFillTx/>
                <a:latin typeface="Times New Roman"/>
              </a:rPr>
              <a:t>To enhance segmentation performance by applying advanced preprocessing techniques and optimizing training using Dice loss functions and specialized evaluation metrics.</a:t>
            </a: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IN" sz="2000" b="0" u="none" strike="noStrike">
                <a:solidFill>
                  <a:srgbClr val="000000"/>
                </a:solidFill>
                <a:effectLst/>
                <a:uFillTx/>
                <a:latin typeface="Times New Roman"/>
              </a:rPr>
              <a:t>To assist doctors with classifying the tumour and identifying its edges.</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algn="just">
              <a:lnSpc>
                <a:spcPct val="100000"/>
              </a:lnSpc>
              <a:tabLst>
                <a:tab pos="355680" algn="l"/>
              </a:tabLst>
            </a:pPr>
            <a:r>
              <a:rPr lang="en-IN" sz="2000" b="0" u="none" strike="noStrike">
                <a:solidFill>
                  <a:srgbClr val="000000"/>
                </a:solidFill>
                <a:effectLst/>
                <a:uFillTx/>
                <a:latin typeface="Times New Roman"/>
              </a:rPr>
              <a:t>Pre-processed multi-modal MRI data is fed into a 3D U-Net model for voxel-wise tumour segmentation. The model uses skip connections for spatial accuracy and is trained with Dice loss, and performance evaluated using Dice score and Haus Dorff distance.</a:t>
            </a:r>
            <a:endParaRPr lang="en-IN" sz="2000" b="0" u="none" strike="noStrike">
              <a:solidFill>
                <a:srgbClr val="000000"/>
              </a:solidFill>
              <a:effectLst/>
              <a:uFillTx/>
              <a:latin typeface="Arial"/>
            </a:endParaRPr>
          </a:p>
        </p:txBody>
      </p:sp>
      <p:sp>
        <p:nvSpPr>
          <p:cNvPr id="57"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3</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trike="noStrike">
                <a:solidFill>
                  <a:srgbClr val="C00000"/>
                </a:solidFill>
                <a:effectLst/>
                <a:uFillTx/>
                <a:latin typeface="Times New Roman"/>
              </a:rPr>
              <a:t>PROPOSED</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SYSTEM</a:t>
            </a:r>
            <a:endParaRPr lang="en-IN" sz="3600" b="0" u="none" strike="noStrike">
              <a:solidFill>
                <a:srgbClr val="000000"/>
              </a:solidFill>
              <a:effectLst/>
              <a:uFillTx/>
              <a:latin typeface="Calibri"/>
            </a:endParaRPr>
          </a:p>
        </p:txBody>
      </p:sp>
      <p:grpSp>
        <p:nvGrpSpPr>
          <p:cNvPr id="59" name="object 3"/>
          <p:cNvGrpSpPr/>
          <p:nvPr/>
        </p:nvGrpSpPr>
        <p:grpSpPr>
          <a:xfrm>
            <a:off x="121320" y="90720"/>
            <a:ext cx="11941920" cy="6678000"/>
            <a:chOff x="121320" y="90720"/>
            <a:chExt cx="11941920" cy="6678000"/>
          </a:xfrm>
        </p:grpSpPr>
        <p:sp>
          <p:nvSpPr>
            <p:cNvPr id="60"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61" name="object 5"/>
            <p:cNvPicPr/>
            <p:nvPr/>
          </p:nvPicPr>
          <p:blipFill>
            <a:blip r:embed="rId1"/>
            <a:stretch/>
          </p:blipFill>
          <p:spPr>
            <a:xfrm>
              <a:off x="405360" y="187560"/>
              <a:ext cx="873000" cy="1000800"/>
            </a:xfrm>
            <a:prstGeom prst="rect">
              <a:avLst/>
            </a:prstGeom>
            <a:noFill/>
            <a:ln w="0">
              <a:noFill/>
            </a:ln>
          </p:spPr>
        </p:pic>
      </p:grpSp>
      <p:sp>
        <p:nvSpPr>
          <p:cNvPr id="62" name="object 6"/>
          <p:cNvSpPr/>
          <p:nvPr/>
        </p:nvSpPr>
        <p:spPr>
          <a:xfrm>
            <a:off x="716760" y="2473920"/>
            <a:ext cx="10912680" cy="2752920"/>
          </a:xfrm>
          <a:prstGeom prst="rect">
            <a:avLst/>
          </a:prstGeom>
          <a:noFill/>
          <a:ln w="0">
            <a:noFill/>
          </a:ln>
        </p:spPr>
        <p:style>
          <a:lnRef idx="0"/>
          <a:fillRef idx="0"/>
          <a:effectRef idx="0"/>
          <a:fontRef idx="minor"/>
        </p:style>
        <p:txBody>
          <a:bodyPr lIns="0" tIns="12600" rIns="0" bIns="0" anchor="t">
            <a:spAutoFit/>
          </a:bodyPr>
          <a:p>
            <a:pPr marL="12600" algn="just">
              <a:lnSpc>
                <a:spcPct val="150000"/>
              </a:lnSpc>
              <a:spcBef>
                <a:spcPts val="99"/>
              </a:spcBef>
              <a:tabLst>
                <a:tab pos="355680" algn="l"/>
              </a:tabLst>
            </a:pPr>
            <a:r>
              <a:rPr lang="en-IN" sz="2000" b="0" u="none" strike="noStrike">
                <a:solidFill>
                  <a:srgbClr val="000000"/>
                </a:solidFill>
                <a:effectLst/>
                <a:uFillTx/>
                <a:latin typeface="Times New Roman"/>
              </a:rPr>
              <a:t>We propose a deep learning–based system that processes multi-modal MRI scans and performs </a:t>
            </a:r>
            <a:r>
              <a:rPr lang="en-IN" sz="2000" b="1" u="none" strike="noStrike">
                <a:solidFill>
                  <a:srgbClr val="000000"/>
                </a:solidFill>
                <a:effectLst/>
                <a:uFillTx/>
                <a:latin typeface="Times New Roman"/>
              </a:rPr>
              <a:t>voxel-wise multi-class tumour segmentation</a:t>
            </a:r>
            <a:r>
              <a:rPr lang="en-IN" sz="2000" b="0" u="none" strike="noStrike">
                <a:solidFill>
                  <a:srgbClr val="000000"/>
                </a:solidFill>
                <a:effectLst/>
                <a:uFillTx/>
                <a:latin typeface="Times New Roman"/>
              </a:rPr>
              <a:t> using a </a:t>
            </a:r>
            <a:r>
              <a:rPr lang="en-IN" sz="2000" b="1" u="none" strike="noStrike">
                <a:solidFill>
                  <a:srgbClr val="000000"/>
                </a:solidFill>
                <a:effectLst/>
                <a:uFillTx/>
                <a:latin typeface="Times New Roman"/>
              </a:rPr>
              <a:t>3D U-Net architecture</a:t>
            </a:r>
            <a:r>
              <a:rPr lang="en-IN" sz="2000" b="0" u="none" strike="noStrike">
                <a:solidFill>
                  <a:srgbClr val="000000"/>
                </a:solidFill>
                <a:effectLst/>
                <a:uFillTx/>
                <a:latin typeface="Times New Roman"/>
              </a:rPr>
              <a:t>. The system integrates preprocessing, feature extraction, and spatial reconstruction to accurately identify tumour regions while preserving fine anatomical details.</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63"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4</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US" sz="3600" b="1" u="none" spc="204" strike="noStrike">
                <a:solidFill>
                  <a:srgbClr val="C00000"/>
                </a:solidFill>
                <a:effectLst/>
                <a:uFillTx/>
                <a:latin typeface="Cambria"/>
              </a:rPr>
              <a:t>FLOWCHART </a:t>
            </a:r>
            <a:endParaRPr lang="en-IN" sz="3600" b="0" u="none" strike="noStrike">
              <a:solidFill>
                <a:srgbClr val="000000"/>
              </a:solidFill>
              <a:effectLst/>
              <a:uFillTx/>
              <a:latin typeface="Calibri"/>
            </a:endParaRPr>
          </a:p>
        </p:txBody>
      </p:sp>
      <p:grpSp>
        <p:nvGrpSpPr>
          <p:cNvPr id="65" name="object 3"/>
          <p:cNvGrpSpPr/>
          <p:nvPr/>
        </p:nvGrpSpPr>
        <p:grpSpPr>
          <a:xfrm>
            <a:off x="121320" y="90720"/>
            <a:ext cx="11941920" cy="6678000"/>
            <a:chOff x="121320" y="90720"/>
            <a:chExt cx="11941920" cy="6678000"/>
          </a:xfrm>
        </p:grpSpPr>
        <p:sp>
          <p:nvSpPr>
            <p:cNvPr id="66"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67" name="object 5"/>
            <p:cNvPicPr/>
            <p:nvPr/>
          </p:nvPicPr>
          <p:blipFill>
            <a:blip r:embed="rId1"/>
            <a:stretch/>
          </p:blipFill>
          <p:spPr>
            <a:xfrm>
              <a:off x="405360" y="187560"/>
              <a:ext cx="873000" cy="1000800"/>
            </a:xfrm>
            <a:prstGeom prst="rect">
              <a:avLst/>
            </a:prstGeom>
            <a:noFill/>
            <a:ln w="0">
              <a:noFill/>
            </a:ln>
          </p:spPr>
        </p:pic>
      </p:grpSp>
      <p:sp>
        <p:nvSpPr>
          <p:cNvPr id="68"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5</a:t>
            </a:r>
            <a:endParaRPr lang="en-IN" sz="1800" b="0" u="none" strike="noStrike">
              <a:solidFill>
                <a:srgbClr val="000000"/>
              </a:solidFill>
              <a:effectLst/>
              <a:uFillTx/>
              <a:latin typeface="Arial"/>
            </a:endParaRPr>
          </a:p>
        </p:txBody>
      </p:sp>
      <p:pic>
        <p:nvPicPr>
          <p:cNvPr id="69" name="Picture 5" descr="simple_flow_chart.png"/>
          <p:cNvPicPr/>
          <p:nvPr/>
        </p:nvPicPr>
        <p:blipFill>
          <a:blip r:embed="rId2"/>
          <a:srcRect l="0" t="14786" r="0" b="0"/>
          <a:stretch/>
        </p:blipFill>
        <p:spPr>
          <a:xfrm>
            <a:off x="286200" y="2489760"/>
            <a:ext cx="11343240" cy="18781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71" name="object 3"/>
          <p:cNvGrpSpPr/>
          <p:nvPr/>
        </p:nvGrpSpPr>
        <p:grpSpPr>
          <a:xfrm>
            <a:off x="121320" y="90720"/>
            <a:ext cx="11941920" cy="6678000"/>
            <a:chOff x="121320" y="90720"/>
            <a:chExt cx="11941920" cy="6678000"/>
          </a:xfrm>
        </p:grpSpPr>
        <p:sp>
          <p:nvSpPr>
            <p:cNvPr id="72"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73" name="object 5"/>
            <p:cNvPicPr/>
            <p:nvPr/>
          </p:nvPicPr>
          <p:blipFill>
            <a:blip r:embed="rId1"/>
            <a:stretch/>
          </p:blipFill>
          <p:spPr>
            <a:xfrm>
              <a:off x="405360" y="187560"/>
              <a:ext cx="873000" cy="1000800"/>
            </a:xfrm>
            <a:prstGeom prst="rect">
              <a:avLst/>
            </a:prstGeom>
            <a:noFill/>
            <a:ln w="0">
              <a:noFill/>
            </a:ln>
          </p:spPr>
        </p:pic>
      </p:grpSp>
      <p:sp>
        <p:nvSpPr>
          <p:cNvPr id="74" name="object 6"/>
          <p:cNvSpPr/>
          <p:nvPr/>
        </p:nvSpPr>
        <p:spPr>
          <a:xfrm>
            <a:off x="716760" y="1533240"/>
            <a:ext cx="10912680" cy="5002200"/>
          </a:xfrm>
          <a:prstGeom prst="rect">
            <a:avLst/>
          </a:prstGeom>
          <a:noFill/>
          <a:ln w="0">
            <a:noFill/>
          </a:ln>
        </p:spPr>
        <p:style>
          <a:lnRef idx="0"/>
          <a:fillRef idx="0"/>
          <a:effectRef idx="0"/>
          <a:fontRef idx="minor"/>
        </p:style>
        <p:txBody>
          <a:bodyPr lIns="0" tIns="12600" rIns="0" bIns="0" anchor="t">
            <a:spAutoFit/>
          </a:bodyPr>
          <a:p>
            <a:pPr>
              <a:lnSpc>
                <a:spcPct val="150000"/>
              </a:lnSpc>
            </a:pPr>
            <a:r>
              <a:rPr lang="en-IN" sz="1800" b="0" u="none" strike="noStrike">
                <a:solidFill>
                  <a:srgbClr val="000000"/>
                </a:solidFill>
                <a:effectLst/>
                <a:uFillTx/>
                <a:latin typeface="Times New Roman"/>
              </a:rPr>
              <a:t>Predicates:</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Modality(x, m) means patient x has modality m</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SameShape(x) means all four modality volumes have the same 3D shape</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SameOrientation(x) means all four modality volumes are spatially aligned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Valid(x) means the scan is acceptable for inference</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Preprocessed(x) means brain-mask crop + resample + normalization has been applied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ModelReady means the network exists and is loaded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Segmented(x, y) means the model outputs class map y from patient x</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Class(y, c) means voxel belongs to tumour class c</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VoxelVolume(x,c,v) means the voxel has volume v and the tumour is of class c</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Volume(x, c, v) means tumour class c has volume v</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75"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6</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77" name="object 3"/>
          <p:cNvGrpSpPr/>
          <p:nvPr/>
        </p:nvGrpSpPr>
        <p:grpSpPr>
          <a:xfrm>
            <a:off x="121320" y="90720"/>
            <a:ext cx="11941920" cy="6678000"/>
            <a:chOff x="121320" y="90720"/>
            <a:chExt cx="11941920" cy="6678000"/>
          </a:xfrm>
        </p:grpSpPr>
        <p:sp>
          <p:nvSpPr>
            <p:cNvPr id="78"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79" name="object 5"/>
            <p:cNvPicPr/>
            <p:nvPr/>
          </p:nvPicPr>
          <p:blipFill>
            <a:blip r:embed="rId1"/>
            <a:stretch/>
          </p:blipFill>
          <p:spPr>
            <a:xfrm>
              <a:off x="405360" y="187560"/>
              <a:ext cx="873000" cy="1000800"/>
            </a:xfrm>
            <a:prstGeom prst="rect">
              <a:avLst/>
            </a:prstGeom>
            <a:noFill/>
            <a:ln w="0">
              <a:noFill/>
            </a:ln>
          </p:spPr>
        </p:pic>
      </p:grpSp>
      <p:sp>
        <p:nvSpPr>
          <p:cNvPr id="80" name="object 6"/>
          <p:cNvSpPr/>
          <p:nvPr/>
        </p:nvSpPr>
        <p:spPr>
          <a:xfrm>
            <a:off x="716760" y="1359000"/>
            <a:ext cx="10912680" cy="5275440"/>
          </a:xfrm>
          <a:prstGeom prst="rect">
            <a:avLst/>
          </a:prstGeom>
          <a:noFill/>
          <a:ln w="0">
            <a:noFill/>
          </a:ln>
        </p:spPr>
        <p:style>
          <a:lnRef idx="0"/>
          <a:fillRef idx="0"/>
          <a:effectRef idx="0"/>
          <a:fontRef idx="minor"/>
        </p:style>
        <p:txBody>
          <a:bodyPr lIns="0" tIns="12600" rIns="0" bIns="0" anchor="t">
            <a:spAutoFit/>
          </a:bodyPr>
          <a:p>
            <a:pPr>
              <a:lnSpc>
                <a:spcPct val="100000"/>
              </a:lnSpc>
            </a:pPr>
            <a:r>
              <a:rPr lang="en-IN" sz="1800" b="0" u="none" strike="noStrike">
                <a:solidFill>
                  <a:srgbClr val="000000"/>
                </a:solidFill>
                <a:effectLst/>
                <a:uFillTx/>
                <a:latin typeface="Times New Roman"/>
              </a:rPr>
              <a:t>Rules:</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1. Completeness</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Modality(x, t1) ∧ Modality(x, t1ce) ∧ Modality(x, t2) ∧ Modality(x, flair)</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Valid(x)</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2. Structural validity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Valid(x) ∧ SameShape(x) ∧ SameOrientation(x)</a:t>
            </a:r>
            <a:r>
              <a:rPr lang="en-IN" sz="1800" b="0" u="none" strike="noStrike">
                <a:solidFill>
                  <a:srgbClr val="000000"/>
                </a:solidFill>
                <a:effectLst/>
                <a:uFillTx/>
                <a:latin typeface="Times New Roman"/>
              </a:rPr>
              <a:t>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Preprocessed(x)</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3. Inference</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y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Preprocessed(x) ∧ ModelReady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Segmented(x, 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p:txBody>
      </p:sp>
      <p:sp>
        <p:nvSpPr>
          <p:cNvPr id="81"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7</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83" name="object 3"/>
          <p:cNvGrpSpPr/>
          <p:nvPr/>
        </p:nvGrpSpPr>
        <p:grpSpPr>
          <a:xfrm>
            <a:off x="121320" y="90720"/>
            <a:ext cx="11941920" cy="6678000"/>
            <a:chOff x="121320" y="90720"/>
            <a:chExt cx="11941920" cy="6678000"/>
          </a:xfrm>
        </p:grpSpPr>
        <p:sp>
          <p:nvSpPr>
            <p:cNvPr id="84"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85" name="object 5"/>
            <p:cNvPicPr/>
            <p:nvPr/>
          </p:nvPicPr>
          <p:blipFill>
            <a:blip r:embed="rId1"/>
            <a:stretch/>
          </p:blipFill>
          <p:spPr>
            <a:xfrm>
              <a:off x="405360" y="187560"/>
              <a:ext cx="873000" cy="1000800"/>
            </a:xfrm>
            <a:prstGeom prst="rect">
              <a:avLst/>
            </a:prstGeom>
            <a:noFill/>
            <a:ln w="0">
              <a:noFill/>
            </a:ln>
          </p:spPr>
        </p:pic>
      </p:grpSp>
      <p:sp>
        <p:nvSpPr>
          <p:cNvPr id="86" name="object 6"/>
          <p:cNvSpPr/>
          <p:nvPr/>
        </p:nvSpPr>
        <p:spPr>
          <a:xfrm>
            <a:off x="716760" y="1377360"/>
            <a:ext cx="10912680" cy="5417640"/>
          </a:xfrm>
          <a:prstGeom prst="rect">
            <a:avLst/>
          </a:prstGeom>
          <a:noFill/>
          <a:ln w="0">
            <a:noFill/>
          </a:ln>
        </p:spPr>
        <p:style>
          <a:lnRef idx="0"/>
          <a:fillRef idx="0"/>
          <a:effectRef idx="0"/>
          <a:fontRef idx="minor"/>
        </p:style>
        <p:txBody>
          <a:bodyPr lIns="0" tIns="12600" rIns="0" bIns="0" anchor="t">
            <a:spAutoFit/>
          </a:bodyPr>
          <a:p>
            <a:pPr>
              <a:lnSpc>
                <a:spcPct val="150000"/>
              </a:lnSpc>
            </a:pP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4. Tumour presence</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y, c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Segmented(x, y) ∧ Class(y, c)</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Tumour(x, c)</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50000"/>
              </a:lnSpc>
            </a:pP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5. Volume calculation</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c, v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Tumour(x, c) ∧ VoxelVolume(x, c, v)</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Volume(x, c, v)</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87"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8</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89" name="object 3"/>
          <p:cNvGrpSpPr/>
          <p:nvPr/>
        </p:nvGrpSpPr>
        <p:grpSpPr>
          <a:xfrm>
            <a:off x="121320" y="90720"/>
            <a:ext cx="11941920" cy="6678000"/>
            <a:chOff x="121320" y="90720"/>
            <a:chExt cx="11941920" cy="6678000"/>
          </a:xfrm>
        </p:grpSpPr>
        <p:sp>
          <p:nvSpPr>
            <p:cNvPr id="90"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91" name="object 5"/>
            <p:cNvPicPr/>
            <p:nvPr/>
          </p:nvPicPr>
          <p:blipFill>
            <a:blip r:embed="rId1"/>
            <a:stretch/>
          </p:blipFill>
          <p:spPr>
            <a:xfrm>
              <a:off x="405360" y="187560"/>
              <a:ext cx="873000" cy="1000800"/>
            </a:xfrm>
            <a:prstGeom prst="rect">
              <a:avLst/>
            </a:prstGeom>
            <a:noFill/>
            <a:ln w="0">
              <a:noFill/>
            </a:ln>
          </p:spPr>
        </p:pic>
      </p:grpSp>
      <p:sp>
        <p:nvSpPr>
          <p:cNvPr id="92" name="object 6"/>
          <p:cNvSpPr/>
          <p:nvPr/>
        </p:nvSpPr>
        <p:spPr>
          <a:xfrm>
            <a:off x="716760" y="2658960"/>
            <a:ext cx="10912680" cy="1677960"/>
          </a:xfrm>
          <a:prstGeom prst="rect">
            <a:avLst/>
          </a:prstGeom>
          <a:noFill/>
          <a:ln w="0">
            <a:noFill/>
          </a:ln>
        </p:spPr>
        <p:style>
          <a:lnRef idx="0"/>
          <a:fillRef idx="0"/>
          <a:effectRef idx="0"/>
          <a:fontRef idx="minor"/>
        </p:style>
        <p:txBody>
          <a:bodyPr lIns="0" tIns="12600" rIns="0" bIns="0" anchor="t">
            <a:spAutoFit/>
          </a:bodyPr>
          <a:p>
            <a:pPr>
              <a:lnSpc>
                <a:spcPct val="150000"/>
              </a:lnSpc>
            </a:pPr>
            <a:r>
              <a:rPr lang="en-IN" sz="1800" b="1" u="none" strike="noStrike">
                <a:solidFill>
                  <a:srgbClr val="000000"/>
                </a:solidFill>
                <a:effectLst/>
                <a:uFillTx/>
                <a:latin typeface="Times New Roman"/>
              </a:rPr>
              <a:t>Equivalent logic in one sentence</a:t>
            </a: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A scan is usable iff it has all four MRI modalities and consistent geometry; once it is preprocessed and fed to the 3D U-Net, the resulting class map yields tumour volumes for necrotic core, edema, and enhancing tumour.</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93"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9</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TECH STACK</a:t>
            </a:r>
            <a:endParaRPr lang="en-IN" sz="3600" b="0" u="none" strike="noStrike">
              <a:solidFill>
                <a:srgbClr val="000000"/>
              </a:solidFill>
              <a:effectLst/>
              <a:uFillTx/>
              <a:latin typeface="Calibri"/>
            </a:endParaRPr>
          </a:p>
        </p:txBody>
      </p:sp>
      <p:grpSp>
        <p:nvGrpSpPr>
          <p:cNvPr id="95" name="object 3"/>
          <p:cNvGrpSpPr/>
          <p:nvPr/>
        </p:nvGrpSpPr>
        <p:grpSpPr>
          <a:xfrm>
            <a:off x="121320" y="90720"/>
            <a:ext cx="11941920" cy="6678000"/>
            <a:chOff x="121320" y="90720"/>
            <a:chExt cx="11941920" cy="6678000"/>
          </a:xfrm>
        </p:grpSpPr>
        <p:sp>
          <p:nvSpPr>
            <p:cNvPr id="96"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97" name="object 5"/>
            <p:cNvPicPr/>
            <p:nvPr/>
          </p:nvPicPr>
          <p:blipFill>
            <a:blip r:embed="rId1"/>
            <a:stretch/>
          </p:blipFill>
          <p:spPr>
            <a:xfrm>
              <a:off x="405360" y="187560"/>
              <a:ext cx="873000" cy="1000800"/>
            </a:xfrm>
            <a:prstGeom prst="rect">
              <a:avLst/>
            </a:prstGeom>
            <a:noFill/>
            <a:ln w="0">
              <a:noFill/>
            </a:ln>
          </p:spPr>
        </p:pic>
      </p:grpSp>
      <p:sp>
        <p:nvSpPr>
          <p:cNvPr id="98" name="object 6"/>
          <p:cNvSpPr/>
          <p:nvPr/>
        </p:nvSpPr>
        <p:spPr>
          <a:xfrm>
            <a:off x="716760" y="1828800"/>
            <a:ext cx="10912680" cy="5509800"/>
          </a:xfrm>
          <a:prstGeom prst="rect">
            <a:avLst/>
          </a:prstGeom>
          <a:noFill/>
          <a:ln w="0">
            <a:noFill/>
          </a:ln>
        </p:spPr>
        <p:style>
          <a:lnRef idx="0"/>
          <a:fillRef idx="0"/>
          <a:effectRef idx="0"/>
          <a:fontRef idx="minor"/>
        </p:style>
        <p:txBody>
          <a:bodyPr lIns="0" tIns="12600" rIns="0" bIns="0" anchor="t">
            <a:spAutoFit/>
          </a:bodyPr>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Python</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The main programming language used throughout the project.</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It handles loading MRI data, preprocessing images, running the model, and building the app.</a:t>
            </a:r>
            <a:endParaRPr lang="en-IN" sz="1600" b="0" u="none" strike="noStrike">
              <a:solidFill>
                <a:srgbClr val="000000"/>
              </a:solidFill>
              <a:effectLst/>
              <a:uFillTx/>
              <a:latin typeface="Arial"/>
            </a:endParaRPr>
          </a:p>
          <a:p>
            <a:pPr>
              <a:lnSpc>
                <a:spcPct val="150000"/>
              </a:lnSpc>
            </a:pPr>
            <a:endParaRPr lang="en-IN" sz="1600" b="0" u="none" strike="noStrike">
              <a:solidFill>
                <a:srgbClr val="000000"/>
              </a:solidFill>
              <a:effectLst/>
              <a:uFillTx/>
              <a:latin typeface="Arial"/>
            </a:endParaRPr>
          </a:p>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MRI data handling</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NIfTI files: common medical image format for brain scans.</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DICOM files: another medical imaging format, often used in hospitals and scanners.</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dicom2nifti: converts DICOM scan series into a 3D NIfTI volume.</a:t>
            </a:r>
            <a:endParaRPr lang="en-IN" sz="1600" b="0" u="none" strike="noStrike">
              <a:solidFill>
                <a:srgbClr val="000000"/>
              </a:solidFill>
              <a:effectLst/>
              <a:uFillTx/>
              <a:latin typeface="Arial"/>
            </a:endParaRPr>
          </a:p>
          <a:p>
            <a:pPr>
              <a:lnSpc>
                <a:spcPct val="150000"/>
              </a:lnSpc>
            </a:pPr>
            <a:endParaRPr lang="en-IN" sz="1600" b="0" u="none" strike="noStrike">
              <a:solidFill>
                <a:srgbClr val="000000"/>
              </a:solidFill>
              <a:effectLst/>
              <a:uFillTx/>
              <a:latin typeface="Arial"/>
            </a:endParaRPr>
          </a:p>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Deep learning / AI model</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PyTorch: used to define and load the 3D U-Net model.</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ONNX: used to export the trained model so it can run efficiently in production.</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ONNX Runtime: runs the exported model for inference.</a:t>
            </a:r>
            <a:endParaRPr lang="en-IN" sz="16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	</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99"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10</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11" strike="noStrike">
                <a:solidFill>
                  <a:srgbClr val="C00000"/>
                </a:solidFill>
                <a:effectLst/>
                <a:uFillTx/>
                <a:latin typeface="Times New Roman"/>
              </a:rPr>
              <a:t>TECH STACK</a:t>
            </a:r>
            <a:endParaRPr lang="en-IN" sz="3600" b="0" u="none" strike="noStrike">
              <a:solidFill>
                <a:srgbClr val="000000"/>
              </a:solidFill>
              <a:effectLst/>
              <a:uFillTx/>
              <a:latin typeface="Calibri"/>
            </a:endParaRPr>
          </a:p>
        </p:txBody>
      </p:sp>
      <p:grpSp>
        <p:nvGrpSpPr>
          <p:cNvPr id="101" name="object 3"/>
          <p:cNvGrpSpPr/>
          <p:nvPr/>
        </p:nvGrpSpPr>
        <p:grpSpPr>
          <a:xfrm>
            <a:off x="121320" y="90720"/>
            <a:ext cx="11941920" cy="6678000"/>
            <a:chOff x="121320" y="90720"/>
            <a:chExt cx="11941920" cy="6678000"/>
          </a:xfrm>
        </p:grpSpPr>
        <p:sp>
          <p:nvSpPr>
            <p:cNvPr id="102"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03" name="object 5"/>
            <p:cNvPicPr/>
            <p:nvPr/>
          </p:nvPicPr>
          <p:blipFill>
            <a:blip r:embed="rId1"/>
            <a:stretch/>
          </p:blipFill>
          <p:spPr>
            <a:xfrm>
              <a:off x="405360" y="187560"/>
              <a:ext cx="873000" cy="1000800"/>
            </a:xfrm>
            <a:prstGeom prst="rect">
              <a:avLst/>
            </a:prstGeom>
            <a:noFill/>
            <a:ln w="0">
              <a:noFill/>
            </a:ln>
          </p:spPr>
        </p:pic>
      </p:grpSp>
      <p:sp>
        <p:nvSpPr>
          <p:cNvPr id="104" name="object 6"/>
          <p:cNvSpPr/>
          <p:nvPr/>
        </p:nvSpPr>
        <p:spPr>
          <a:xfrm>
            <a:off x="716760" y="1828800"/>
            <a:ext cx="10912680" cy="5787000"/>
          </a:xfrm>
          <a:prstGeom prst="rect">
            <a:avLst/>
          </a:prstGeom>
          <a:noFill/>
          <a:ln w="0">
            <a:noFill/>
          </a:ln>
        </p:spPr>
        <p:style>
          <a:lnRef idx="0"/>
          <a:fillRef idx="0"/>
          <a:effectRef idx="0"/>
          <a:fontRef idx="minor"/>
        </p:style>
        <p:txBody>
          <a:bodyPr lIns="0" tIns="12600" rIns="0" bIns="0" anchor="t">
            <a:spAutoFit/>
          </a:bodyPr>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Image processing</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NumPy: handles the volumetric arrays and numeric operations.</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SciPy: used for resizing, filtering, and spatial resampling.</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scikit-image: used for mask and surface-related image processing.</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nibabel: reads and writes medical image formats like NIfTI.</a:t>
            </a:r>
            <a:endParaRPr lang="en-IN" sz="1600" b="0" u="none" strike="noStrike">
              <a:solidFill>
                <a:srgbClr val="000000"/>
              </a:solidFill>
              <a:effectLst/>
              <a:uFillTx/>
              <a:latin typeface="Arial"/>
            </a:endParaRPr>
          </a:p>
          <a:p>
            <a:pPr>
              <a:lnSpc>
                <a:spcPct val="150000"/>
              </a:lnSpc>
            </a:pPr>
            <a:endParaRPr lang="en-IN" sz="1600" b="0" u="none" strike="noStrike">
              <a:solidFill>
                <a:srgbClr val="000000"/>
              </a:solidFill>
              <a:effectLst/>
              <a:uFillTx/>
              <a:latin typeface="Arial"/>
            </a:endParaRPr>
          </a:p>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Web app / UI</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Gradio: creates the user interface where a user uploads MRI files and sees results.</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Plotly: builds the interactive 3D tumour visualisation and view overlays.</a:t>
            </a:r>
            <a:endParaRPr lang="en-IN" sz="1600" b="0" u="none" strike="noStrike">
              <a:solidFill>
                <a:srgbClr val="000000"/>
              </a:solidFill>
              <a:effectLst/>
              <a:uFillTx/>
              <a:latin typeface="Arial"/>
            </a:endParaRPr>
          </a:p>
          <a:p>
            <a:pPr>
              <a:lnSpc>
                <a:spcPct val="150000"/>
              </a:lnSpc>
            </a:pPr>
            <a:endParaRPr lang="en-IN" sz="1600" b="0" u="none" strike="noStrike">
              <a:solidFill>
                <a:srgbClr val="000000"/>
              </a:solidFill>
              <a:effectLst/>
              <a:uFillTx/>
              <a:latin typeface="Arial"/>
            </a:endParaRPr>
          </a:p>
          <a:p>
            <a:pPr marL="285840" indent="-285840">
              <a:lnSpc>
                <a:spcPct val="150000"/>
              </a:lnSpc>
              <a:buClr>
                <a:srgbClr val="000000"/>
              </a:buClr>
              <a:buFont typeface="Arial"/>
              <a:buChar char="•"/>
            </a:pPr>
            <a:r>
              <a:rPr lang="en-IN" sz="1600" b="0" u="none" strike="noStrike">
                <a:solidFill>
                  <a:srgbClr val="000000"/>
                </a:solidFill>
                <a:effectLst/>
                <a:uFillTx/>
                <a:latin typeface="Times New Roman"/>
              </a:rPr>
              <a:t>Validation and testing</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pytest: runs automated tests to check the ingestion and preprocessing pipeline.</a:t>
            </a:r>
            <a:endParaRPr lang="en-IN" sz="1600" b="0" u="none" strike="noStrike">
              <a:solidFill>
                <a:srgbClr val="000000"/>
              </a:solidFill>
              <a:effectLst/>
              <a:uFillTx/>
              <a:latin typeface="Arial"/>
            </a:endParaRPr>
          </a:p>
          <a:p>
            <a:pPr>
              <a:lnSpc>
                <a:spcPct val="150000"/>
              </a:lnSpc>
            </a:pPr>
            <a:r>
              <a:rPr lang="en-IN" sz="1600" b="0" u="none" strike="noStrike">
                <a:solidFill>
                  <a:srgbClr val="000000"/>
                </a:solidFill>
                <a:effectLst/>
                <a:uFillTx/>
                <a:latin typeface="Times New Roman"/>
              </a:rPr>
              <a:t>	</a:t>
            </a:r>
            <a:r>
              <a:rPr lang="en-IN" sz="1600" b="0" u="none" strike="noStrike">
                <a:solidFill>
                  <a:srgbClr val="000000"/>
                </a:solidFill>
                <a:effectLst/>
                <a:uFillTx/>
                <a:latin typeface="Times New Roman"/>
              </a:rPr>
              <a:t>pydicom: reads DICOM metadata and series information.</a:t>
            </a:r>
            <a:endParaRPr lang="en-IN" sz="16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105"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11</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US" sz="3600" b="1" u="none" spc="204" strike="noStrike">
                <a:solidFill>
                  <a:srgbClr val="C00000"/>
                </a:solidFill>
                <a:effectLst/>
                <a:uFillTx/>
                <a:latin typeface="Cambria"/>
              </a:rPr>
              <a:t>USER FLOW DIAGRAM</a:t>
            </a:r>
            <a:endParaRPr lang="en-IN" sz="3600" b="0" u="none" strike="noStrike">
              <a:solidFill>
                <a:srgbClr val="000000"/>
              </a:solidFill>
              <a:effectLst/>
              <a:uFillTx/>
              <a:latin typeface="Calibri"/>
            </a:endParaRPr>
          </a:p>
        </p:txBody>
      </p:sp>
      <p:grpSp>
        <p:nvGrpSpPr>
          <p:cNvPr id="107" name="object 3"/>
          <p:cNvGrpSpPr/>
          <p:nvPr/>
        </p:nvGrpSpPr>
        <p:grpSpPr>
          <a:xfrm>
            <a:off x="121320" y="90720"/>
            <a:ext cx="11941920" cy="6678000"/>
            <a:chOff x="121320" y="90720"/>
            <a:chExt cx="11941920" cy="6678000"/>
          </a:xfrm>
        </p:grpSpPr>
        <p:sp>
          <p:nvSpPr>
            <p:cNvPr id="108"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09" name="object 5"/>
            <p:cNvPicPr/>
            <p:nvPr/>
          </p:nvPicPr>
          <p:blipFill>
            <a:blip r:embed="rId1"/>
            <a:stretch/>
          </p:blipFill>
          <p:spPr>
            <a:xfrm>
              <a:off x="405360" y="187560"/>
              <a:ext cx="873000" cy="1000800"/>
            </a:xfrm>
            <a:prstGeom prst="rect">
              <a:avLst/>
            </a:prstGeom>
            <a:noFill/>
            <a:ln w="0">
              <a:noFill/>
            </a:ln>
          </p:spPr>
        </p:pic>
      </p:grpSp>
      <p:sp>
        <p:nvSpPr>
          <p:cNvPr id="110"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12</a:t>
            </a:r>
            <a:endParaRPr lang="en-IN" sz="1800" b="0" u="none" strike="noStrike">
              <a:solidFill>
                <a:srgbClr val="000000"/>
              </a:solidFill>
              <a:effectLst/>
              <a:uFillTx/>
              <a:latin typeface="Arial"/>
            </a:endParaRPr>
          </a:p>
        </p:txBody>
      </p:sp>
      <p:pic>
        <p:nvPicPr>
          <p:cNvPr id="111" name="Picture 5" descr="user_flow_diagram.png"/>
          <p:cNvPicPr/>
          <p:nvPr/>
        </p:nvPicPr>
        <p:blipFill>
          <a:blip r:embed="rId2"/>
          <a:srcRect l="0" t="0" r="0" b="8193"/>
          <a:stretch/>
        </p:blipFill>
        <p:spPr>
          <a:xfrm>
            <a:off x="2353320" y="1262520"/>
            <a:ext cx="7477920" cy="51332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PROGRESS ACHIEVED</a:t>
            </a:r>
            <a:endParaRPr lang="en-IN" sz="3600" b="0" u="none" strike="noStrike">
              <a:solidFill>
                <a:srgbClr val="000000"/>
              </a:solidFill>
              <a:effectLst/>
              <a:uFillTx/>
              <a:latin typeface="Calibri"/>
            </a:endParaRPr>
          </a:p>
        </p:txBody>
      </p:sp>
      <p:grpSp>
        <p:nvGrpSpPr>
          <p:cNvPr id="113" name="object 3"/>
          <p:cNvGrpSpPr/>
          <p:nvPr/>
        </p:nvGrpSpPr>
        <p:grpSpPr>
          <a:xfrm>
            <a:off x="121320" y="90720"/>
            <a:ext cx="11941920" cy="6678000"/>
            <a:chOff x="121320" y="90720"/>
            <a:chExt cx="11941920" cy="6678000"/>
          </a:xfrm>
        </p:grpSpPr>
        <p:sp>
          <p:nvSpPr>
            <p:cNvPr id="114"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15" name="object 5"/>
            <p:cNvPicPr/>
            <p:nvPr/>
          </p:nvPicPr>
          <p:blipFill>
            <a:blip r:embed="rId1"/>
            <a:stretch/>
          </p:blipFill>
          <p:spPr>
            <a:xfrm>
              <a:off x="405360" y="187560"/>
              <a:ext cx="873000" cy="1000800"/>
            </a:xfrm>
            <a:prstGeom prst="rect">
              <a:avLst/>
            </a:prstGeom>
            <a:noFill/>
            <a:ln w="0">
              <a:noFill/>
            </a:ln>
          </p:spPr>
        </p:pic>
      </p:grpSp>
      <p:sp>
        <p:nvSpPr>
          <p:cNvPr id="116"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13</a:t>
            </a:r>
            <a:endParaRPr lang="en-IN" sz="1800" b="0" u="none" strike="noStrike">
              <a:solidFill>
                <a:srgbClr val="000000"/>
              </a:solidFill>
              <a:effectLst/>
              <a:uFillTx/>
              <a:latin typeface="Arial"/>
            </a:endParaRPr>
          </a:p>
        </p:txBody>
      </p:sp>
      <p:pic>
        <p:nvPicPr>
          <p:cNvPr id="117" name="Picture 8"/>
          <p:cNvPicPr/>
          <p:nvPr/>
        </p:nvPicPr>
        <p:blipFill>
          <a:blip r:embed="rId2"/>
          <a:stretch/>
        </p:blipFill>
        <p:spPr>
          <a:xfrm>
            <a:off x="1555200" y="1034640"/>
            <a:ext cx="9358920" cy="49845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PROGRESS ACHIEVED</a:t>
            </a:r>
            <a:endParaRPr lang="en-IN" sz="3600" b="0" u="none" strike="noStrike">
              <a:solidFill>
                <a:srgbClr val="000000"/>
              </a:solidFill>
              <a:effectLst/>
              <a:uFillTx/>
              <a:latin typeface="Calibri"/>
            </a:endParaRPr>
          </a:p>
        </p:txBody>
      </p:sp>
      <p:grpSp>
        <p:nvGrpSpPr>
          <p:cNvPr id="119" name="object 3"/>
          <p:cNvGrpSpPr/>
          <p:nvPr/>
        </p:nvGrpSpPr>
        <p:grpSpPr>
          <a:xfrm>
            <a:off x="121320" y="90720"/>
            <a:ext cx="11941920" cy="6678000"/>
            <a:chOff x="121320" y="90720"/>
            <a:chExt cx="11941920" cy="6678000"/>
          </a:xfrm>
        </p:grpSpPr>
        <p:sp>
          <p:nvSpPr>
            <p:cNvPr id="120"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21" name="object 5"/>
            <p:cNvPicPr/>
            <p:nvPr/>
          </p:nvPicPr>
          <p:blipFill>
            <a:blip r:embed="rId1"/>
            <a:stretch/>
          </p:blipFill>
          <p:spPr>
            <a:xfrm>
              <a:off x="405360" y="187560"/>
              <a:ext cx="873000" cy="1000800"/>
            </a:xfrm>
            <a:prstGeom prst="rect">
              <a:avLst/>
            </a:prstGeom>
            <a:noFill/>
            <a:ln w="0">
              <a:noFill/>
            </a:ln>
          </p:spPr>
        </p:pic>
      </p:grpSp>
      <p:sp>
        <p:nvSpPr>
          <p:cNvPr id="122"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14</a:t>
            </a:r>
            <a:endParaRPr lang="en-IN" sz="1800" b="0" u="none" strike="noStrike">
              <a:solidFill>
                <a:srgbClr val="000000"/>
              </a:solidFill>
              <a:effectLst/>
              <a:uFillTx/>
              <a:latin typeface="Arial"/>
            </a:endParaRPr>
          </a:p>
        </p:txBody>
      </p:sp>
      <p:pic>
        <p:nvPicPr>
          <p:cNvPr id="123" name="Picture 7"/>
          <p:cNvPicPr/>
          <p:nvPr/>
        </p:nvPicPr>
        <p:blipFill>
          <a:blip r:embed="rId2"/>
          <a:stretch/>
        </p:blipFill>
        <p:spPr>
          <a:xfrm>
            <a:off x="1555200" y="986040"/>
            <a:ext cx="9358920" cy="50335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PROGRESS ACHIEVED</a:t>
            </a:r>
            <a:endParaRPr lang="en-IN" sz="3600" b="0" u="none" strike="noStrike">
              <a:solidFill>
                <a:srgbClr val="000000"/>
              </a:solidFill>
              <a:effectLst/>
              <a:uFillTx/>
              <a:latin typeface="Calibri"/>
            </a:endParaRPr>
          </a:p>
        </p:txBody>
      </p:sp>
      <p:grpSp>
        <p:nvGrpSpPr>
          <p:cNvPr id="125" name="object 3"/>
          <p:cNvGrpSpPr/>
          <p:nvPr/>
        </p:nvGrpSpPr>
        <p:grpSpPr>
          <a:xfrm>
            <a:off x="121320" y="90720"/>
            <a:ext cx="11941920" cy="6678000"/>
            <a:chOff x="121320" y="90720"/>
            <a:chExt cx="11941920" cy="6678000"/>
          </a:xfrm>
        </p:grpSpPr>
        <p:sp>
          <p:nvSpPr>
            <p:cNvPr id="126"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27" name="object 5"/>
            <p:cNvPicPr/>
            <p:nvPr/>
          </p:nvPicPr>
          <p:blipFill>
            <a:blip r:embed="rId1"/>
            <a:stretch/>
          </p:blipFill>
          <p:spPr>
            <a:xfrm>
              <a:off x="405360" y="187560"/>
              <a:ext cx="873000" cy="1000800"/>
            </a:xfrm>
            <a:prstGeom prst="rect">
              <a:avLst/>
            </a:prstGeom>
            <a:noFill/>
            <a:ln w="0">
              <a:noFill/>
            </a:ln>
          </p:spPr>
        </p:pic>
      </p:grpSp>
      <p:sp>
        <p:nvSpPr>
          <p:cNvPr id="128"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15</a:t>
            </a:r>
            <a:endParaRPr lang="en-IN" sz="1800" b="0" u="none" strike="noStrike">
              <a:solidFill>
                <a:srgbClr val="000000"/>
              </a:solidFill>
              <a:effectLst/>
              <a:uFillTx/>
              <a:latin typeface="Arial"/>
            </a:endParaRPr>
          </a:p>
        </p:txBody>
      </p:sp>
      <p:pic>
        <p:nvPicPr>
          <p:cNvPr id="129" name="Picture 8"/>
          <p:cNvPicPr/>
          <p:nvPr/>
        </p:nvPicPr>
        <p:blipFill>
          <a:blip r:embed="rId2"/>
          <a:stretch/>
        </p:blipFill>
        <p:spPr>
          <a:xfrm>
            <a:off x="1555200" y="998640"/>
            <a:ext cx="9358920" cy="50209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PRELIMINARY RESULTS</a:t>
            </a:r>
            <a:endParaRPr lang="en-IN" sz="3600" b="0" u="none" strike="noStrike">
              <a:solidFill>
                <a:srgbClr val="000000"/>
              </a:solidFill>
              <a:effectLst/>
              <a:uFillTx/>
              <a:latin typeface="Calibri"/>
            </a:endParaRPr>
          </a:p>
        </p:txBody>
      </p:sp>
      <p:grpSp>
        <p:nvGrpSpPr>
          <p:cNvPr id="131" name="object 3"/>
          <p:cNvGrpSpPr/>
          <p:nvPr/>
        </p:nvGrpSpPr>
        <p:grpSpPr>
          <a:xfrm>
            <a:off x="121320" y="90720"/>
            <a:ext cx="11941920" cy="6678000"/>
            <a:chOff x="121320" y="90720"/>
            <a:chExt cx="11941920" cy="6678000"/>
          </a:xfrm>
        </p:grpSpPr>
        <p:sp>
          <p:nvSpPr>
            <p:cNvPr id="132"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33" name="object 5"/>
            <p:cNvPicPr/>
            <p:nvPr/>
          </p:nvPicPr>
          <p:blipFill>
            <a:blip r:embed="rId1"/>
            <a:stretch/>
          </p:blipFill>
          <p:spPr>
            <a:xfrm>
              <a:off x="405360" y="187560"/>
              <a:ext cx="873000" cy="1000800"/>
            </a:xfrm>
            <a:prstGeom prst="rect">
              <a:avLst/>
            </a:prstGeom>
            <a:noFill/>
            <a:ln w="0">
              <a:noFill/>
            </a:ln>
          </p:spPr>
        </p:pic>
      </p:grpSp>
      <p:sp>
        <p:nvSpPr>
          <p:cNvPr id="134"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16</a:t>
            </a:r>
            <a:endParaRPr lang="en-IN" sz="1800" b="0" u="none" strike="noStrike">
              <a:solidFill>
                <a:srgbClr val="000000"/>
              </a:solidFill>
              <a:effectLst/>
              <a:uFillTx/>
              <a:latin typeface="Arial"/>
            </a:endParaRPr>
          </a:p>
        </p:txBody>
      </p:sp>
      <p:sp>
        <p:nvSpPr>
          <p:cNvPr id="135" name="TextBox 8"/>
          <p:cNvSpPr/>
          <p:nvPr/>
        </p:nvSpPr>
        <p:spPr>
          <a:xfrm>
            <a:off x="405360" y="1850040"/>
            <a:ext cx="11224080" cy="32774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spcAft>
                <a:spcPts val="1199"/>
              </a:spcAft>
            </a:pPr>
            <a:r>
              <a:rPr lang="en-IN" sz="2000" b="1" u="none" strike="noStrike">
                <a:solidFill>
                  <a:srgbClr val="008080"/>
                </a:solidFill>
                <a:effectLst/>
                <a:uFillTx/>
                <a:latin typeface="Times New Roman"/>
              </a:rPr>
              <a:t>GRADIO INTERACTION INTERFACE</a:t>
            </a:r>
            <a:endParaRPr lang="en-IN" sz="20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User-Friendly Dashboard: </a:t>
            </a:r>
            <a:r>
              <a:rPr lang="en-IN" sz="1800" b="0" u="none" strike="noStrike">
                <a:solidFill>
                  <a:srgbClr val="1A2530"/>
                </a:solidFill>
                <a:effectLst/>
                <a:uFillTx/>
                <a:latin typeface="Times New Roman"/>
              </a:rPr>
              <a:t>Enables local hosting at http://localhost:7860, providing clinical radiologists with a lightweight, browser-accessible interface.</a:t>
            </a:r>
            <a:endParaRPr lang="en-IN" sz="18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Flexible Ingestion Control: </a:t>
            </a:r>
            <a:r>
              <a:rPr lang="en-IN" sz="1800" b="0" u="none" strike="noStrike">
                <a:solidFill>
                  <a:srgbClr val="1A2530"/>
                </a:solidFill>
                <a:effectLst/>
                <a:uFillTx/>
                <a:latin typeface="Times New Roman"/>
              </a:rPr>
              <a:t>Supports simple drag-and-drop file inputs for NIfTI modality-to-file mapping as well as DICOM archive folders.</a:t>
            </a:r>
            <a:endParaRPr lang="en-IN" sz="18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Automated Backend Execution: </a:t>
            </a:r>
            <a:r>
              <a:rPr lang="en-IN" sz="1800" b="0" u="none" strike="noStrike">
                <a:solidFill>
                  <a:srgbClr val="1A2530"/>
                </a:solidFill>
                <a:effectLst/>
                <a:uFillTx/>
                <a:latin typeface="Times New Roman"/>
              </a:rPr>
              <a:t>Executes validations, cropping, resampling, model inference, and physical back-projection behind a single 'Run' trigger.</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PRELIMINARY RESULTS</a:t>
            </a:r>
            <a:endParaRPr lang="en-IN" sz="3600" b="0" u="none" strike="noStrike">
              <a:solidFill>
                <a:srgbClr val="000000"/>
              </a:solidFill>
              <a:effectLst/>
              <a:uFillTx/>
              <a:latin typeface="Calibri"/>
            </a:endParaRPr>
          </a:p>
        </p:txBody>
      </p:sp>
      <p:grpSp>
        <p:nvGrpSpPr>
          <p:cNvPr id="137" name="object 3"/>
          <p:cNvGrpSpPr/>
          <p:nvPr/>
        </p:nvGrpSpPr>
        <p:grpSpPr>
          <a:xfrm>
            <a:off x="121320" y="90720"/>
            <a:ext cx="11941920" cy="6678000"/>
            <a:chOff x="121320" y="90720"/>
            <a:chExt cx="11941920" cy="6678000"/>
          </a:xfrm>
        </p:grpSpPr>
        <p:sp>
          <p:nvSpPr>
            <p:cNvPr id="138"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39" name="object 5"/>
            <p:cNvPicPr/>
            <p:nvPr/>
          </p:nvPicPr>
          <p:blipFill>
            <a:blip r:embed="rId1"/>
            <a:stretch/>
          </p:blipFill>
          <p:spPr>
            <a:xfrm>
              <a:off x="405360" y="187560"/>
              <a:ext cx="873000" cy="1000800"/>
            </a:xfrm>
            <a:prstGeom prst="rect">
              <a:avLst/>
            </a:prstGeom>
            <a:noFill/>
            <a:ln w="0">
              <a:noFill/>
            </a:ln>
          </p:spPr>
        </p:pic>
      </p:grpSp>
      <p:sp>
        <p:nvSpPr>
          <p:cNvPr id="140"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17</a:t>
            </a:r>
            <a:endParaRPr lang="en-IN" sz="1800" b="0" u="none" strike="noStrike">
              <a:solidFill>
                <a:srgbClr val="000000"/>
              </a:solidFill>
              <a:effectLst/>
              <a:uFillTx/>
              <a:latin typeface="Arial"/>
            </a:endParaRPr>
          </a:p>
        </p:txBody>
      </p:sp>
      <p:sp>
        <p:nvSpPr>
          <p:cNvPr id="141" name="TextBox 8"/>
          <p:cNvSpPr/>
          <p:nvPr/>
        </p:nvSpPr>
        <p:spPr>
          <a:xfrm>
            <a:off x="405360" y="1850040"/>
            <a:ext cx="11224080" cy="4257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spcAft>
                <a:spcPts val="1199"/>
              </a:spcAft>
            </a:pPr>
            <a:r>
              <a:rPr lang="en-IN" sz="2000" b="1" u="none" strike="noStrike">
                <a:solidFill>
                  <a:srgbClr val="008080"/>
                </a:solidFill>
                <a:effectLst/>
                <a:uFillTx/>
                <a:latin typeface="Times New Roman"/>
              </a:rPr>
              <a:t>VOLUMETRICS</a:t>
            </a:r>
            <a:r>
              <a:rPr lang="en-IN" sz="2000" b="1" u="none" strike="noStrike">
                <a:solidFill>
                  <a:srgbClr val="1A2530"/>
                </a:solidFill>
                <a:effectLst/>
                <a:uFillTx/>
                <a:latin typeface="Georgia"/>
              </a:rPr>
              <a:t> </a:t>
            </a:r>
            <a:r>
              <a:rPr lang="en-IN" sz="2000" b="1" u="none" strike="noStrike">
                <a:solidFill>
                  <a:srgbClr val="008080"/>
                </a:solidFill>
                <a:effectLst/>
                <a:uFillTx/>
                <a:latin typeface="Times New Roman"/>
              </a:rPr>
              <a:t>&amp; VISUALIZATIONS</a:t>
            </a:r>
            <a:endParaRPr lang="en-IN" sz="20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Physical Volume Measurements: </a:t>
            </a:r>
            <a:r>
              <a:rPr lang="en-IN" sz="1800" b="0" u="none" strike="noStrike">
                <a:solidFill>
                  <a:srgbClr val="1A2530"/>
                </a:solidFill>
                <a:effectLst/>
                <a:uFillTx/>
                <a:latin typeface="Times New Roman"/>
              </a:rPr>
              <a:t>Calculates physical tumour volumes (in cm³) using source </a:t>
            </a:r>
            <a:r>
              <a:rPr lang="en-IN" sz="1800" b="0" u="none" strike="noStrike">
                <a:solidFill>
                  <a:srgbClr val="1A2530"/>
                </a:solidFill>
                <a:effectLst/>
                <a:uFillTx/>
                <a:latin typeface="Times New Roman"/>
              </a:rPr>
              <a:t>scan voxel spacings from the input affine matrix.</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Tumour Multi-Class Labels: </a:t>
            </a:r>
            <a:r>
              <a:rPr lang="en-IN" sz="1800" b="0" u="none" strike="noStrike">
                <a:solidFill>
                  <a:srgbClr val="1A2530"/>
                </a:solidFill>
                <a:effectLst/>
                <a:uFillTx/>
                <a:latin typeface="Times New Roman"/>
              </a:rPr>
              <a:t>Reports distinct volume totals for Necrotic Core (Class 1), </a:t>
            </a:r>
            <a:r>
              <a:rPr lang="en-IN" sz="1800" b="0" u="none" strike="noStrike">
                <a:solidFill>
                  <a:srgbClr val="1A2530"/>
                </a:solidFill>
                <a:effectLst/>
                <a:uFillTx/>
                <a:latin typeface="Times New Roman"/>
              </a:rPr>
              <a:t>Peritumoral Edema (Class 2), Enhancing Tumour (Class 3), and Total Whole Tumour.</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2D Multiplanar Reconstruction: </a:t>
            </a:r>
            <a:r>
              <a:rPr lang="en-IN" sz="1800" b="0" u="none" strike="noStrike">
                <a:solidFill>
                  <a:srgbClr val="1A2530"/>
                </a:solidFill>
                <a:effectLst/>
                <a:uFillTx/>
                <a:latin typeface="Times New Roman"/>
              </a:rPr>
              <a:t>Integrates interactive MPR overlays, letting users slice across </a:t>
            </a:r>
            <a:r>
              <a:rPr lang="en-IN" sz="1800" b="0" u="none" strike="noStrike">
                <a:solidFill>
                  <a:srgbClr val="1A2530"/>
                </a:solidFill>
                <a:effectLst/>
                <a:uFillTx/>
                <a:latin typeface="Times New Roman"/>
              </a:rPr>
              <a:t>axial, sagittal, and coronal orthogonal views.</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Plotly 3D Meshes: </a:t>
            </a:r>
            <a:r>
              <a:rPr lang="en-IN" sz="1800" b="0" u="none" strike="noStrike">
                <a:solidFill>
                  <a:srgbClr val="1A2530"/>
                </a:solidFill>
                <a:effectLst/>
                <a:uFillTx/>
                <a:latin typeface="Times New Roman"/>
              </a:rPr>
              <a:t>Generates interactive 3D surface meshes of the segmented tumour regions </a:t>
            </a:r>
            <a:r>
              <a:rPr lang="en-IN" sz="1800" b="0" u="none" strike="noStrike">
                <a:solidFill>
                  <a:srgbClr val="1A2530"/>
                </a:solidFill>
                <a:effectLst/>
                <a:uFillTx/>
                <a:latin typeface="Times New Roman"/>
              </a:rPr>
              <a:t>for rotational structural examination</a:t>
            </a:r>
            <a:r>
              <a:rPr lang="en-IN" sz="1800" b="0" u="none" strike="noStrike">
                <a:solidFill>
                  <a:srgbClr val="1A2530"/>
                </a:solidFill>
                <a:effectLst/>
                <a:uFillTx/>
                <a:latin typeface="Arial"/>
              </a:rPr>
              <a:t>.</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WORK PLAN</a:t>
            </a:r>
            <a:endParaRPr lang="en-IN" sz="3600" b="0" u="none" strike="noStrike">
              <a:solidFill>
                <a:srgbClr val="000000"/>
              </a:solidFill>
              <a:effectLst/>
              <a:uFillTx/>
              <a:latin typeface="Calibri"/>
            </a:endParaRPr>
          </a:p>
        </p:txBody>
      </p:sp>
      <p:grpSp>
        <p:nvGrpSpPr>
          <p:cNvPr id="143" name="object 3"/>
          <p:cNvGrpSpPr/>
          <p:nvPr/>
        </p:nvGrpSpPr>
        <p:grpSpPr>
          <a:xfrm>
            <a:off x="121320" y="90720"/>
            <a:ext cx="11941920" cy="6678000"/>
            <a:chOff x="121320" y="90720"/>
            <a:chExt cx="11941920" cy="6678000"/>
          </a:xfrm>
        </p:grpSpPr>
        <p:sp>
          <p:nvSpPr>
            <p:cNvPr id="144"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45" name="object 5"/>
            <p:cNvPicPr/>
            <p:nvPr/>
          </p:nvPicPr>
          <p:blipFill>
            <a:blip r:embed="rId1"/>
            <a:stretch/>
          </p:blipFill>
          <p:spPr>
            <a:xfrm>
              <a:off x="405360" y="187560"/>
              <a:ext cx="873000" cy="1000800"/>
            </a:xfrm>
            <a:prstGeom prst="rect">
              <a:avLst/>
            </a:prstGeom>
            <a:noFill/>
            <a:ln w="0">
              <a:noFill/>
            </a:ln>
          </p:spPr>
        </p:pic>
      </p:grpSp>
      <p:sp>
        <p:nvSpPr>
          <p:cNvPr id="146"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18</a:t>
            </a:r>
            <a:endParaRPr lang="en-IN" sz="1800" b="0" u="none" strike="noStrike">
              <a:solidFill>
                <a:srgbClr val="000000"/>
              </a:solidFill>
              <a:effectLst/>
              <a:uFillTx/>
              <a:latin typeface="Arial"/>
            </a:endParaRPr>
          </a:p>
        </p:txBody>
      </p:sp>
      <p:sp>
        <p:nvSpPr>
          <p:cNvPr id="147" name="Rounded Rectangle 5"/>
          <p:cNvSpPr/>
          <p:nvPr/>
        </p:nvSpPr>
        <p:spPr>
          <a:xfrm>
            <a:off x="731520" y="1645920"/>
            <a:ext cx="2468520" cy="4114440"/>
          </a:xfrm>
          <a:prstGeom prst="roundRect">
            <a:avLst>
              <a:gd name="adj" fmla="val 16667"/>
            </a:avLst>
          </a:prstGeom>
          <a:solidFill>
            <a:srgbClr val="FFFFFF"/>
          </a:solidFill>
          <a:ln w="25400">
            <a:solidFill>
              <a:srgbClr val="0080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1</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Dataset &amp; Model</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Find a suitable dataset for training and develop a model using 3D U-Net.</a:t>
            </a:r>
            <a:endParaRPr lang="en-IN" sz="1400" b="0" u="none" strike="noStrike">
              <a:solidFill>
                <a:srgbClr val="000000"/>
              </a:solidFill>
              <a:effectLst/>
              <a:uFillTx/>
              <a:latin typeface="Arial"/>
            </a:endParaRPr>
          </a:p>
        </p:txBody>
      </p:sp>
      <p:sp>
        <p:nvSpPr>
          <p:cNvPr id="148" name="Right Arrow 7"/>
          <p:cNvSpPr/>
          <p:nvPr/>
        </p:nvSpPr>
        <p:spPr>
          <a:xfrm>
            <a:off x="3237120" y="3291840"/>
            <a:ext cx="109440" cy="27396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IN" sz="1800" b="0" u="none" strike="noStrike">
              <a:solidFill>
                <a:schemeClr val="lt1"/>
              </a:solidFill>
              <a:effectLst/>
              <a:uFillTx/>
              <a:latin typeface="Calibri"/>
            </a:endParaRPr>
          </a:p>
        </p:txBody>
      </p:sp>
      <p:sp>
        <p:nvSpPr>
          <p:cNvPr id="149" name="Right Arrow 9"/>
          <p:cNvSpPr/>
          <p:nvPr/>
        </p:nvSpPr>
        <p:spPr>
          <a:xfrm>
            <a:off x="5888880" y="3291840"/>
            <a:ext cx="109440" cy="27396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IN" sz="1800" b="0" u="none" strike="noStrike">
              <a:solidFill>
                <a:schemeClr val="lt1"/>
              </a:solidFill>
              <a:effectLst/>
              <a:uFillTx/>
              <a:latin typeface="Calibri"/>
            </a:endParaRPr>
          </a:p>
        </p:txBody>
      </p:sp>
      <p:sp>
        <p:nvSpPr>
          <p:cNvPr id="150" name="Rounded Rectangle 10"/>
          <p:cNvSpPr/>
          <p:nvPr/>
        </p:nvSpPr>
        <p:spPr>
          <a:xfrm>
            <a:off x="6035040" y="1645920"/>
            <a:ext cx="2468520" cy="4114440"/>
          </a:xfrm>
          <a:prstGeom prst="roundRect">
            <a:avLst>
              <a:gd name="adj" fmla="val 16667"/>
            </a:avLst>
          </a:prstGeom>
          <a:solidFill>
            <a:srgbClr val="FFFFFF"/>
          </a:solidFill>
          <a:ln w="12700">
            <a:solidFill>
              <a:srgbClr val="EBF6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3</a:t>
            </a:r>
            <a:endParaRPr lang="en-IN" sz="1600" b="0" u="none" strike="noStrike">
              <a:solidFill>
                <a:srgbClr val="000000"/>
              </a:solidFill>
              <a:effectLst/>
              <a:uFillTx/>
              <a:latin typeface="Arial"/>
            </a:endParaRPr>
          </a:p>
          <a:p>
            <a:pPr>
              <a:lnSpc>
                <a:spcPct val="100000"/>
              </a:lnSpc>
              <a:spcAft>
                <a:spcPts val="1001"/>
              </a:spcAft>
            </a:pPr>
            <a:r>
              <a:rPr lang="en-US" sz="2000" b="1" u="none" strike="noStrike">
                <a:solidFill>
                  <a:srgbClr val="008080"/>
                </a:solidFill>
                <a:effectLst/>
                <a:uFillTx/>
                <a:latin typeface="Times New Roman"/>
              </a:rPr>
              <a:t>Classification &amp; Tumour Edges</a:t>
            </a:r>
            <a:endParaRPr lang="en-IN" sz="2000" b="0" u="none" strike="noStrike">
              <a:solidFill>
                <a:srgbClr val="000000"/>
              </a:solidFill>
              <a:effectLst/>
              <a:uFillTx/>
              <a:latin typeface="Arial"/>
            </a:endParaRPr>
          </a:p>
          <a:p>
            <a:pPr>
              <a:lnSpc>
                <a:spcPct val="100000"/>
              </a:lnSpc>
            </a:pPr>
            <a:r>
              <a:rPr lang="en-US" sz="1400" b="0" u="none" strike="noStrike">
                <a:solidFill>
                  <a:srgbClr val="1A2530"/>
                </a:solidFill>
                <a:effectLst/>
                <a:uFillTx/>
                <a:latin typeface="Times New Roman"/>
              </a:rPr>
              <a:t>Classify the tumour and implement HD95 for boundary detection.</a:t>
            </a:r>
            <a:endParaRPr lang="en-IN" sz="1400" b="0" u="none" strike="noStrike">
              <a:solidFill>
                <a:srgbClr val="000000"/>
              </a:solidFill>
              <a:effectLst/>
              <a:uFillTx/>
              <a:latin typeface="Arial"/>
            </a:endParaRPr>
          </a:p>
        </p:txBody>
      </p:sp>
      <p:sp>
        <p:nvSpPr>
          <p:cNvPr id="151" name="Right Arrow 11"/>
          <p:cNvSpPr/>
          <p:nvPr/>
        </p:nvSpPr>
        <p:spPr>
          <a:xfrm>
            <a:off x="8540640" y="3291840"/>
            <a:ext cx="109440" cy="27396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IN" sz="1800" b="0" u="none" strike="noStrike">
              <a:solidFill>
                <a:schemeClr val="lt1"/>
              </a:solidFill>
              <a:effectLst/>
              <a:uFillTx/>
              <a:latin typeface="Calibri"/>
            </a:endParaRPr>
          </a:p>
        </p:txBody>
      </p:sp>
      <p:sp>
        <p:nvSpPr>
          <p:cNvPr id="152" name="Rounded Rectangle 12"/>
          <p:cNvSpPr/>
          <p:nvPr/>
        </p:nvSpPr>
        <p:spPr>
          <a:xfrm>
            <a:off x="8686800" y="1645920"/>
            <a:ext cx="2468520" cy="4114440"/>
          </a:xfrm>
          <a:prstGeom prst="roundRect">
            <a:avLst>
              <a:gd name="adj" fmla="val 16667"/>
            </a:avLst>
          </a:prstGeom>
          <a:solidFill>
            <a:srgbClr val="FFFFFF"/>
          </a:solidFill>
          <a:ln w="12700">
            <a:solidFill>
              <a:srgbClr val="EBF6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4</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Clinical Paper</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Compile a paper detailing the end-to-end 3D validation workflow and submit for peer-review in clinical AI journals and conferences.</a:t>
            </a:r>
            <a:endParaRPr lang="en-IN" sz="1400" b="0" u="none" strike="noStrike">
              <a:solidFill>
                <a:srgbClr val="000000"/>
              </a:solidFill>
              <a:effectLst/>
              <a:uFillTx/>
              <a:latin typeface="Arial"/>
            </a:endParaRPr>
          </a:p>
        </p:txBody>
      </p:sp>
      <p:sp>
        <p:nvSpPr>
          <p:cNvPr id="153" name="Rounded Rectangle 13"/>
          <p:cNvSpPr/>
          <p:nvPr/>
        </p:nvSpPr>
        <p:spPr>
          <a:xfrm>
            <a:off x="3383280" y="1645920"/>
            <a:ext cx="2468520" cy="4114440"/>
          </a:xfrm>
          <a:prstGeom prst="roundRect">
            <a:avLst>
              <a:gd name="adj" fmla="val 16667"/>
            </a:avLst>
          </a:prstGeom>
          <a:solidFill>
            <a:srgbClr val="FFFFFF"/>
          </a:solidFill>
          <a:ln w="25400">
            <a:solidFill>
              <a:srgbClr val="0080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2</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Tumour Detection and Volumetric Analysis</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Detect the tumour in the scans and calculate the physical measurements</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555200" y="188280"/>
            <a:ext cx="9358920" cy="70020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pPr>
            <a:r>
              <a:rPr lang="en-IN" sz="3600" b="1" u="none" spc="224" strike="noStrike">
                <a:solidFill>
                  <a:srgbClr val="C00000"/>
                </a:solidFill>
                <a:effectLst/>
                <a:uFillTx/>
                <a:latin typeface="Times New Roman"/>
              </a:rPr>
              <a:t>EXPECTED OUTCOMES</a:t>
            </a:r>
            <a:endParaRPr lang="en-IN" sz="3600" b="0" u="none" strike="noStrike">
              <a:solidFill>
                <a:srgbClr val="000000"/>
              </a:solidFill>
              <a:effectLst/>
              <a:uFillTx/>
              <a:latin typeface="Calibri"/>
            </a:endParaRPr>
          </a:p>
        </p:txBody>
      </p:sp>
      <p:grpSp>
        <p:nvGrpSpPr>
          <p:cNvPr id="155" name="object 3"/>
          <p:cNvGrpSpPr/>
          <p:nvPr/>
        </p:nvGrpSpPr>
        <p:grpSpPr>
          <a:xfrm>
            <a:off x="121320" y="90720"/>
            <a:ext cx="11941920" cy="6678000"/>
            <a:chOff x="121320" y="90720"/>
            <a:chExt cx="11941920" cy="6678000"/>
          </a:xfrm>
        </p:grpSpPr>
        <p:sp>
          <p:nvSpPr>
            <p:cNvPr id="156" name="object 4"/>
            <p:cNvSpPr/>
            <p:nvPr/>
          </p:nvSpPr>
          <p:spPr>
            <a:xfrm>
              <a:off x="121320" y="90720"/>
              <a:ext cx="11941920" cy="6678000"/>
            </a:xfrm>
            <a:custGeom>
              <a:avLst/>
              <a:gdLst>
                <a:gd name="textAreaLeft" fmla="*/ 0 w 11941920"/>
                <a:gd name="textAreaRight" fmla="*/ 11942280 w 11941920"/>
                <a:gd name="textAreaTop" fmla="*/ 0 h 6678000"/>
                <a:gd name="textAreaBottom" fmla="*/ 6678360 h 667800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57" name="object 5"/>
            <p:cNvPicPr/>
            <p:nvPr/>
          </p:nvPicPr>
          <p:blipFill>
            <a:blip r:embed="rId1"/>
            <a:stretch/>
          </p:blipFill>
          <p:spPr>
            <a:xfrm>
              <a:off x="405360" y="187560"/>
              <a:ext cx="873000" cy="1000800"/>
            </a:xfrm>
            <a:prstGeom prst="rect">
              <a:avLst/>
            </a:prstGeom>
            <a:noFill/>
            <a:ln w="0">
              <a:noFill/>
            </a:ln>
          </p:spPr>
        </p:pic>
      </p:grpSp>
      <p:sp>
        <p:nvSpPr>
          <p:cNvPr id="158" name="object 7"/>
          <p:cNvSpPr/>
          <p:nvPr/>
        </p:nvSpPr>
        <p:spPr>
          <a:xfrm>
            <a:off x="11629800" y="6396120"/>
            <a:ext cx="433440" cy="27792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19</a:t>
            </a:r>
            <a:endParaRPr lang="en-IN" sz="1800" b="0" u="none" strike="noStrike">
              <a:solidFill>
                <a:srgbClr val="000000"/>
              </a:solidFill>
              <a:effectLst/>
              <a:uFillTx/>
              <a:latin typeface="Arial"/>
            </a:endParaRPr>
          </a:p>
        </p:txBody>
      </p:sp>
      <p:sp>
        <p:nvSpPr>
          <p:cNvPr id="159" name="TextBox 7"/>
          <p:cNvSpPr/>
          <p:nvPr/>
        </p:nvSpPr>
        <p:spPr>
          <a:xfrm>
            <a:off x="405360" y="1953360"/>
            <a:ext cx="10508760" cy="26964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spcAft>
                <a:spcPts val="400"/>
              </a:spcAft>
              <a:buClr>
                <a:srgbClr val="008080"/>
              </a:buClr>
              <a:buFont typeface="Wingdings" charset="2"/>
              <a:buChar char=""/>
            </a:pPr>
            <a:r>
              <a:rPr lang="en-IN" sz="1600" b="1" u="none" strike="noStrike">
                <a:solidFill>
                  <a:srgbClr val="008080"/>
                </a:solidFill>
                <a:effectLst/>
                <a:uFillTx/>
                <a:latin typeface="Times New Roman"/>
              </a:rPr>
              <a:t>CLINICAL DIAGNOSTIC UTILITY   |   </a:t>
            </a:r>
            <a:r>
              <a:rPr lang="en-IN" sz="1600" b="1" u="none" strike="noStrike">
                <a:solidFill>
                  <a:srgbClr val="1A2530"/>
                </a:solidFill>
                <a:effectLst/>
                <a:uFillTx/>
                <a:latin typeface="Times New Roman"/>
              </a:rPr>
              <a:t>Accelerated Radiologist Workflow</a:t>
            </a:r>
            <a:endParaRPr lang="en-IN" sz="1600" b="0" u="none" strike="noStrike">
              <a:solidFill>
                <a:srgbClr val="000000"/>
              </a:solidFill>
              <a:effectLst/>
              <a:uFillTx/>
              <a:latin typeface="Arial"/>
            </a:endParaRPr>
          </a:p>
          <a:p>
            <a:pPr>
              <a:lnSpc>
                <a:spcPct val="100000"/>
              </a:lnSpc>
            </a:pPr>
            <a:r>
              <a:rPr lang="en-IN" sz="1600" b="0" u="none" strike="noStrike">
                <a:solidFill>
                  <a:srgbClr val="1A2530"/>
                </a:solidFill>
                <a:effectLst/>
                <a:uFillTx/>
                <a:latin typeface="Times New Roman"/>
              </a:rPr>
              <a:t>Delivers rapid, automated tumour localization and multi-class segmentation in under a minute, significantly reducing tedious manual contouring hours. Precise volume calculations in cm³ provide objective metrics for longitudinal monitoring of treatment response and radiation therapy planning.</a:t>
            </a:r>
            <a:endParaRPr lang="en-IN" sz="1600" b="0" u="none" strike="noStrike">
              <a:solidFill>
                <a:srgbClr val="000000"/>
              </a:solidFill>
              <a:effectLst/>
              <a:uFillTx/>
              <a:latin typeface="Arial"/>
            </a:endParaRPr>
          </a:p>
        </p:txBody>
      </p:sp>
      <p:sp>
        <p:nvSpPr>
          <p:cNvPr id="160" name="TextBox 11"/>
          <p:cNvSpPr/>
          <p:nvPr/>
        </p:nvSpPr>
        <p:spPr>
          <a:xfrm>
            <a:off x="405360" y="3431520"/>
            <a:ext cx="10508760" cy="26964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spcAft>
                <a:spcPts val="400"/>
              </a:spcAft>
              <a:buClr>
                <a:srgbClr val="008080"/>
              </a:buClr>
              <a:buFont typeface="Wingdings" charset="2"/>
              <a:buChar char=""/>
            </a:pPr>
            <a:r>
              <a:rPr lang="en-IN" sz="1600" b="1" u="none" strike="noStrike">
                <a:solidFill>
                  <a:srgbClr val="008080"/>
                </a:solidFill>
                <a:effectLst/>
                <a:uFillTx/>
                <a:latin typeface="Times New Roman"/>
              </a:rPr>
              <a:t>ACADEMIC DISSEMINATION   |   </a:t>
            </a:r>
            <a:r>
              <a:rPr lang="en-IN" sz="1600" b="1" u="none" strike="noStrike">
                <a:solidFill>
                  <a:srgbClr val="1A2530"/>
                </a:solidFill>
                <a:effectLst/>
                <a:uFillTx/>
                <a:latin typeface="Times New Roman"/>
              </a:rPr>
              <a:t>Open baselines &amp; Research Publications</a:t>
            </a:r>
            <a:endParaRPr lang="en-IN" sz="1600" b="0" u="none" strike="noStrike">
              <a:solidFill>
                <a:srgbClr val="000000"/>
              </a:solidFill>
              <a:effectLst/>
              <a:uFillTx/>
              <a:latin typeface="Arial"/>
            </a:endParaRPr>
          </a:p>
          <a:p>
            <a:pPr>
              <a:lnSpc>
                <a:spcPct val="100000"/>
              </a:lnSpc>
            </a:pPr>
            <a:r>
              <a:rPr lang="en-IN" sz="1600" b="0" u="none" strike="noStrike">
                <a:solidFill>
                  <a:srgbClr val="1A2530"/>
                </a:solidFill>
                <a:effectLst/>
                <a:uFillTx/>
                <a:latin typeface="Times New Roman"/>
              </a:rPr>
              <a:t>Represents a reproducible multimodal 3D medical image segmentation workflow with a live visualization front-end. The codebase, complete with synthetic data tests and validation gates, serves as an academic baseline. Research findings will be compiled for journal publication.</a:t>
            </a: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570</TotalTime>
  <Application>LibreOffice/26.2.4.2$Linux_X86_64 LibreOffice_project/620$Build-2</Application>
  <AppVersion>15.0000</AppVersion>
  <Words>1363</Words>
  <Paragraphs>157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2024-11-09T04:12:46Z</dcterms:created>
  <dc:creator>Bhoomika K</dc:creator>
  <dc:description/>
  <dc:language>en-IN</dc:language>
  <cp:lastModifiedBy/>
  <dcterms:modified xsi:type="dcterms:W3CDTF">2026-08-22T10:25:18Z</dcterms:modified>
  <cp:revision>60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2024-11-09T00:00:00Z</vt:filetime>
  </property>
  <property fmtid="{D5CDD505-2E9C-101B-9397-08002B2CF9AE}" pid="5" name="Notes">
    <vt:i4>19</vt:i4>
  </property>
  <property fmtid="{D5CDD505-2E9C-101B-9397-08002B2CF9AE}" pid="6" name="PresentationFormat">
    <vt:lpwstr>Widescreen</vt:lpwstr>
  </property>
  <property fmtid="{D5CDD505-2E9C-101B-9397-08002B2CF9AE}" pid="7" name="Producer">
    <vt:lpwstr>Microsoft® PowerPoint® 2021</vt:lpwstr>
  </property>
  <property fmtid="{D5CDD505-2E9C-101B-9397-08002B2CF9AE}" pid="8" name="Slides">
    <vt:i4>19</vt:i4>
  </property>
</Properties>
</file>